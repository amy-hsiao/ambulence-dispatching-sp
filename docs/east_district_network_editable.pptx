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79" d="100"/>
          <a:sy n="179" d="100"/>
        </p:scale>
        <p:origin x="-1162" y="-2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title">
            <a:extLst>
              <a:ext uri="{FF2B5EF4-FFF2-40B4-BE49-F238E27FC236}">
                <a16:creationId xmlns:a16="http://schemas.microsoft.com/office/drawing/2014/main" id="{6DC9D0A3-881B-4920-BBA0-863ACE9DE4D1}"/>
              </a:ext>
            </a:extLst>
          </p:cNvPr>
          <p:cNvSpPr>
            <a:spLocks noGrp="1"/>
          </p:cNvSpPr>
          <p:nvPr/>
        </p:nvSpPr>
        <p:spPr>
          <a:xfrm>
            <a:off x="438150" y="228600"/>
            <a:ext cx="7239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250" b="1">
                <a:solidFill>
                  <a:srgbClr val="111827"/>
                </a:solidFill>
              </a:defRPr>
            </a:pPr>
            <a:r>
              <a:rPr sz="2250" b="1">
                <a:solidFill>
                  <a:srgbClr val="111827"/>
                </a:solidFill>
              </a:rPr>
              <a:t>Eastern Taipei Medical Relief Network</a:t>
            </a:r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C0E4C126-1A1A-42D1-AE89-E333D7351740}"/>
              </a:ext>
            </a:extLst>
          </p:cNvPr>
          <p:cNvSpPr>
            <a:spLocks noGrp="1"/>
          </p:cNvSpPr>
          <p:nvPr/>
        </p:nvSpPr>
        <p:spPr>
          <a:xfrm>
            <a:off x="457200" y="590550"/>
            <a:ext cx="876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>
                <a:solidFill>
                  <a:srgbClr val="6B7280"/>
                </a:solidFill>
              </a:defRPr>
            </a:pPr>
            <a:r>
              <a:rPr sz="900">
                <a:solidFill>
                  <a:srgbClr val="6B7280"/>
                </a:solidFill>
              </a:rPr>
              <a:t>Editable nearest-distance network using disaster sites, CCPs, hospitals, and Taipei east district boundaries</a:t>
            </a:r>
          </a:p>
        </p:txBody>
      </p:sp>
      <p:sp>
        <p:nvSpPr>
          <p:cNvPr id="3" name="map-frame">
            <a:extLst>
              <a:ext uri="{FF2B5EF4-FFF2-40B4-BE49-F238E27FC236}">
                <a16:creationId xmlns:a16="http://schemas.microsoft.com/office/drawing/2014/main" id="{34FA18AE-2CCE-4F27-9123-89869B3AF94D}"/>
              </a:ext>
            </a:extLst>
          </p:cNvPr>
          <p:cNvSpPr>
            <a:spLocks noGrp="1"/>
          </p:cNvSpPr>
          <p:nvPr/>
        </p:nvSpPr>
        <p:spPr>
          <a:xfrm>
            <a:off x="361950" y="800100"/>
            <a:ext cx="9486900" cy="5629275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district-Daan-1">
            <a:extLst>
              <a:ext uri="{FF2B5EF4-FFF2-40B4-BE49-F238E27FC236}">
                <a16:creationId xmlns:a16="http://schemas.microsoft.com/office/drawing/2014/main" id="{01084B4C-3C5E-42AE-88CE-619E86BB1DF8}"/>
              </a:ext>
            </a:extLst>
          </p:cNvPr>
          <p:cNvSpPr>
            <a:spLocks noGrp="1"/>
          </p:cNvSpPr>
          <p:nvPr/>
        </p:nvSpPr>
        <p:spPr>
          <a:xfrm>
            <a:off x="3489135" y="3346996"/>
            <a:ext cx="1354499" cy="1276683"/>
          </a:xfrm>
          <a:custGeom>
            <a:avLst/>
            <a:gdLst/>
            <a:ahLst/>
            <a:cxnLst/>
            <a:rect l="0" t="0" r="0" b="0"/>
            <a:pathLst>
              <a:path w="1354499" h="1276683">
                <a:moveTo>
                  <a:pt x="585666" y="31503"/>
                </a:moveTo>
                <a:lnTo>
                  <a:pt x="1101004" y="11159"/>
                </a:lnTo>
                <a:lnTo>
                  <a:pt x="1091853" y="534788"/>
                </a:lnTo>
                <a:lnTo>
                  <a:pt x="1062367" y="590136"/>
                </a:lnTo>
                <a:lnTo>
                  <a:pt x="945409" y="704656"/>
                </a:lnTo>
                <a:lnTo>
                  <a:pt x="1165143" y="928490"/>
                </a:lnTo>
                <a:lnTo>
                  <a:pt x="1354499" y="1245441"/>
                </a:lnTo>
                <a:lnTo>
                  <a:pt x="1322577" y="1276683"/>
                </a:lnTo>
                <a:lnTo>
                  <a:pt x="1250029" y="1246338"/>
                </a:lnTo>
                <a:lnTo>
                  <a:pt x="1096597" y="1110880"/>
                </a:lnTo>
                <a:lnTo>
                  <a:pt x="947845" y="1223274"/>
                </a:lnTo>
                <a:lnTo>
                  <a:pt x="912231" y="1197091"/>
                </a:lnTo>
                <a:lnTo>
                  <a:pt x="841676" y="1191754"/>
                </a:lnTo>
                <a:lnTo>
                  <a:pt x="704613" y="1258363"/>
                </a:lnTo>
                <a:lnTo>
                  <a:pt x="504259" y="1241385"/>
                </a:lnTo>
                <a:lnTo>
                  <a:pt x="444026" y="1086129"/>
                </a:lnTo>
                <a:lnTo>
                  <a:pt x="0" y="579041"/>
                </a:lnTo>
                <a:lnTo>
                  <a:pt x="83207" y="336257"/>
                </a:lnTo>
                <a:lnTo>
                  <a:pt x="338074" y="397886"/>
                </a:lnTo>
                <a:lnTo>
                  <a:pt x="342745" y="0"/>
                </a:lnTo>
                <a:lnTo>
                  <a:pt x="410009" y="20515"/>
                </a:lnTo>
                <a:close/>
              </a:path>
            </a:pathLst>
          </a:custGeom>
          <a:solidFill>
            <a:srgbClr val="F7F7F7"/>
          </a:solidFill>
          <a:ln w="5239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district-Datong-1">
            <a:extLst>
              <a:ext uri="{FF2B5EF4-FFF2-40B4-BE49-F238E27FC236}">
                <a16:creationId xmlns:a16="http://schemas.microsoft.com/office/drawing/2014/main" id="{403540E5-0C5C-4BC5-91FB-4FC74B21A253}"/>
              </a:ext>
            </a:extLst>
          </p:cNvPr>
          <p:cNvSpPr>
            <a:spLocks noGrp="1"/>
          </p:cNvSpPr>
          <p:nvPr/>
        </p:nvSpPr>
        <p:spPr>
          <a:xfrm>
            <a:off x="2968543" y="2186424"/>
            <a:ext cx="537836" cy="1079996"/>
          </a:xfrm>
          <a:custGeom>
            <a:avLst/>
            <a:gdLst/>
            <a:ahLst/>
            <a:cxnLst/>
            <a:rect l="0" t="0" r="0" b="0"/>
            <a:pathLst>
              <a:path w="537836" h="1079996">
                <a:moveTo>
                  <a:pt x="394807" y="29643"/>
                </a:moveTo>
                <a:lnTo>
                  <a:pt x="537836" y="102460"/>
                </a:lnTo>
                <a:lnTo>
                  <a:pt x="489276" y="217909"/>
                </a:lnTo>
                <a:lnTo>
                  <a:pt x="446453" y="529143"/>
                </a:lnTo>
                <a:lnTo>
                  <a:pt x="476402" y="1005833"/>
                </a:lnTo>
                <a:lnTo>
                  <a:pt x="439203" y="1064911"/>
                </a:lnTo>
                <a:lnTo>
                  <a:pt x="226569" y="1015383"/>
                </a:lnTo>
                <a:lnTo>
                  <a:pt x="175173" y="1079996"/>
                </a:lnTo>
                <a:lnTo>
                  <a:pt x="10173" y="1023279"/>
                </a:lnTo>
                <a:lnTo>
                  <a:pt x="74962" y="377328"/>
                </a:lnTo>
                <a:lnTo>
                  <a:pt x="0" y="80229"/>
                </a:lnTo>
                <a:lnTo>
                  <a:pt x="352078" y="0"/>
                </a:lnTo>
                <a:close/>
              </a:path>
            </a:pathLst>
          </a:custGeom>
          <a:solidFill>
            <a:srgbClr val="F7F7F7"/>
          </a:solidFill>
          <a:ln w="5239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district-Nangang-1">
            <a:extLst>
              <a:ext uri="{FF2B5EF4-FFF2-40B4-BE49-F238E27FC236}">
                <a16:creationId xmlns:a16="http://schemas.microsoft.com/office/drawing/2014/main" id="{E2CCD198-1C65-48E5-87F3-D41F7AE4EEC9}"/>
              </a:ext>
            </a:extLst>
          </p:cNvPr>
          <p:cNvSpPr>
            <a:spLocks noGrp="1"/>
          </p:cNvSpPr>
          <p:nvPr/>
        </p:nvSpPr>
        <p:spPr>
          <a:xfrm>
            <a:off x="5201492" y="2698454"/>
            <a:ext cx="2685850" cy="1754591"/>
          </a:xfrm>
          <a:custGeom>
            <a:avLst/>
            <a:gdLst/>
            <a:ahLst/>
            <a:cxnLst/>
            <a:rect l="0" t="0" r="0" b="0"/>
            <a:pathLst>
              <a:path w="2685850" h="1754591">
                <a:moveTo>
                  <a:pt x="1350174" y="185678"/>
                </a:moveTo>
                <a:lnTo>
                  <a:pt x="1385242" y="246006"/>
                </a:lnTo>
                <a:lnTo>
                  <a:pt x="1171298" y="460049"/>
                </a:lnTo>
                <a:lnTo>
                  <a:pt x="1336340" y="807630"/>
                </a:lnTo>
                <a:lnTo>
                  <a:pt x="1595466" y="982406"/>
                </a:lnTo>
                <a:lnTo>
                  <a:pt x="1692775" y="957012"/>
                </a:lnTo>
                <a:lnTo>
                  <a:pt x="1710369" y="993393"/>
                </a:lnTo>
                <a:lnTo>
                  <a:pt x="1830610" y="1030033"/>
                </a:lnTo>
                <a:lnTo>
                  <a:pt x="2097867" y="1221432"/>
                </a:lnTo>
                <a:lnTo>
                  <a:pt x="2685850" y="1154317"/>
                </a:lnTo>
                <a:lnTo>
                  <a:pt x="2629977" y="1374327"/>
                </a:lnTo>
                <a:lnTo>
                  <a:pt x="2320994" y="1338165"/>
                </a:lnTo>
                <a:lnTo>
                  <a:pt x="2110196" y="1432313"/>
                </a:lnTo>
                <a:lnTo>
                  <a:pt x="1990734" y="1337844"/>
                </a:lnTo>
                <a:lnTo>
                  <a:pt x="1780018" y="1371998"/>
                </a:lnTo>
                <a:lnTo>
                  <a:pt x="1668774" y="1298790"/>
                </a:lnTo>
                <a:lnTo>
                  <a:pt x="1646733" y="1297477"/>
                </a:lnTo>
                <a:lnTo>
                  <a:pt x="1561439" y="1486496"/>
                </a:lnTo>
                <a:lnTo>
                  <a:pt x="1372919" y="1584931"/>
                </a:lnTo>
                <a:lnTo>
                  <a:pt x="1016041" y="1496005"/>
                </a:lnTo>
                <a:lnTo>
                  <a:pt x="813141" y="1516035"/>
                </a:lnTo>
                <a:lnTo>
                  <a:pt x="748367" y="1661556"/>
                </a:lnTo>
                <a:lnTo>
                  <a:pt x="539712" y="1635905"/>
                </a:lnTo>
                <a:lnTo>
                  <a:pt x="91981" y="1754591"/>
                </a:lnTo>
                <a:lnTo>
                  <a:pt x="0" y="1691990"/>
                </a:lnTo>
                <a:lnTo>
                  <a:pt x="178936" y="1543352"/>
                </a:lnTo>
                <a:lnTo>
                  <a:pt x="271331" y="1266455"/>
                </a:lnTo>
                <a:lnTo>
                  <a:pt x="439307" y="1115273"/>
                </a:lnTo>
                <a:lnTo>
                  <a:pt x="272513" y="772038"/>
                </a:lnTo>
                <a:lnTo>
                  <a:pt x="88256" y="648635"/>
                </a:lnTo>
                <a:lnTo>
                  <a:pt x="59190" y="392769"/>
                </a:lnTo>
                <a:lnTo>
                  <a:pt x="158269" y="374520"/>
                </a:lnTo>
                <a:lnTo>
                  <a:pt x="253259" y="342181"/>
                </a:lnTo>
                <a:lnTo>
                  <a:pt x="483187" y="151900"/>
                </a:lnTo>
                <a:lnTo>
                  <a:pt x="884581" y="165441"/>
                </a:lnTo>
                <a:lnTo>
                  <a:pt x="1095084" y="0"/>
                </a:lnTo>
                <a:lnTo>
                  <a:pt x="1335271" y="144397"/>
                </a:lnTo>
                <a:close/>
              </a:path>
            </a:pathLst>
          </a:custGeom>
          <a:solidFill>
            <a:srgbClr val="F7F7F7"/>
          </a:solidFill>
          <a:ln w="5239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district-Neihu-1">
            <a:extLst>
              <a:ext uri="{FF2B5EF4-FFF2-40B4-BE49-F238E27FC236}">
                <a16:creationId xmlns:a16="http://schemas.microsoft.com/office/drawing/2014/main" id="{49242794-7A18-43FA-9E4D-3C3FA55D68DF}"/>
              </a:ext>
            </a:extLst>
          </p:cNvPr>
          <p:cNvSpPr>
            <a:spLocks noGrp="1"/>
          </p:cNvSpPr>
          <p:nvPr/>
        </p:nvSpPr>
        <p:spPr>
          <a:xfrm>
            <a:off x="4394431" y="1042393"/>
            <a:ext cx="2337016" cy="2086707"/>
          </a:xfrm>
          <a:custGeom>
            <a:avLst/>
            <a:gdLst/>
            <a:ahLst/>
            <a:cxnLst/>
            <a:rect l="0" t="0" r="0" b="0"/>
            <a:pathLst>
              <a:path w="2337016" h="2086707">
                <a:moveTo>
                  <a:pt x="1334804" y="6780"/>
                </a:moveTo>
                <a:lnTo>
                  <a:pt x="1392326" y="151441"/>
                </a:lnTo>
                <a:lnTo>
                  <a:pt x="1928880" y="330619"/>
                </a:lnTo>
                <a:lnTo>
                  <a:pt x="2150058" y="559497"/>
                </a:lnTo>
                <a:lnTo>
                  <a:pt x="2264011" y="580526"/>
                </a:lnTo>
                <a:lnTo>
                  <a:pt x="2238585" y="675612"/>
                </a:lnTo>
                <a:lnTo>
                  <a:pt x="2337016" y="859145"/>
                </a:lnTo>
                <a:lnTo>
                  <a:pt x="2330231" y="1020415"/>
                </a:lnTo>
                <a:lnTo>
                  <a:pt x="2213431" y="1125821"/>
                </a:lnTo>
                <a:lnTo>
                  <a:pt x="2190204" y="1338145"/>
                </a:lnTo>
                <a:lnTo>
                  <a:pt x="2110097" y="1355061"/>
                </a:lnTo>
                <a:lnTo>
                  <a:pt x="2136548" y="1478381"/>
                </a:lnTo>
                <a:lnTo>
                  <a:pt x="2014003" y="1557176"/>
                </a:lnTo>
                <a:lnTo>
                  <a:pt x="2028186" y="1594512"/>
                </a:lnTo>
                <a:lnTo>
                  <a:pt x="2020483" y="1633856"/>
                </a:lnTo>
                <a:lnTo>
                  <a:pt x="1864068" y="1671108"/>
                </a:lnTo>
                <a:lnTo>
                  <a:pt x="1691642" y="1821503"/>
                </a:lnTo>
                <a:lnTo>
                  <a:pt x="1290248" y="1807961"/>
                </a:lnTo>
                <a:lnTo>
                  <a:pt x="1060320" y="1998242"/>
                </a:lnTo>
                <a:lnTo>
                  <a:pt x="672924" y="2086707"/>
                </a:lnTo>
                <a:lnTo>
                  <a:pt x="546939" y="1683794"/>
                </a:lnTo>
                <a:lnTo>
                  <a:pt x="552077" y="1651828"/>
                </a:lnTo>
                <a:lnTo>
                  <a:pt x="620300" y="1507034"/>
                </a:lnTo>
                <a:lnTo>
                  <a:pt x="567666" y="1248269"/>
                </a:lnTo>
                <a:lnTo>
                  <a:pt x="381426" y="1185055"/>
                </a:lnTo>
                <a:lnTo>
                  <a:pt x="339460" y="1135692"/>
                </a:lnTo>
                <a:lnTo>
                  <a:pt x="284006" y="1000380"/>
                </a:lnTo>
                <a:lnTo>
                  <a:pt x="189764" y="996414"/>
                </a:lnTo>
                <a:lnTo>
                  <a:pt x="197802" y="905728"/>
                </a:lnTo>
                <a:lnTo>
                  <a:pt x="0" y="824927"/>
                </a:lnTo>
                <a:lnTo>
                  <a:pt x="55774" y="817691"/>
                </a:lnTo>
                <a:lnTo>
                  <a:pt x="215314" y="530249"/>
                </a:lnTo>
                <a:lnTo>
                  <a:pt x="468843" y="504599"/>
                </a:lnTo>
                <a:lnTo>
                  <a:pt x="583186" y="292217"/>
                </a:lnTo>
                <a:lnTo>
                  <a:pt x="713059" y="248762"/>
                </a:lnTo>
                <a:lnTo>
                  <a:pt x="833890" y="307864"/>
                </a:lnTo>
                <a:lnTo>
                  <a:pt x="1026854" y="195728"/>
                </a:lnTo>
                <a:lnTo>
                  <a:pt x="1106807" y="4681"/>
                </a:lnTo>
                <a:lnTo>
                  <a:pt x="1340165" y="0"/>
                </a:lnTo>
                <a:close/>
              </a:path>
            </a:pathLst>
          </a:custGeom>
          <a:solidFill>
            <a:srgbClr val="F7F7F7"/>
          </a:solidFill>
          <a:ln w="5239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district-Songshan-1">
            <a:extLst>
              <a:ext uri="{FF2B5EF4-FFF2-40B4-BE49-F238E27FC236}">
                <a16:creationId xmlns:a16="http://schemas.microsoft.com/office/drawing/2014/main" id="{08CD955D-1942-4310-B94C-55FC8C310463}"/>
              </a:ext>
            </a:extLst>
          </p:cNvPr>
          <p:cNvSpPr>
            <a:spLocks noGrp="1"/>
          </p:cNvSpPr>
          <p:nvPr/>
        </p:nvSpPr>
        <p:spPr>
          <a:xfrm>
            <a:off x="3999648" y="2327313"/>
            <a:ext cx="1270671" cy="1055542"/>
          </a:xfrm>
          <a:custGeom>
            <a:avLst/>
            <a:gdLst/>
            <a:ahLst/>
            <a:cxnLst/>
            <a:rect l="0" t="0" r="0" b="0"/>
            <a:pathLst>
              <a:path w="1270671" h="1055542">
                <a:moveTo>
                  <a:pt x="1003629" y="87813"/>
                </a:moveTo>
                <a:lnTo>
                  <a:pt x="941722" y="398875"/>
                </a:lnTo>
                <a:lnTo>
                  <a:pt x="1012682" y="736708"/>
                </a:lnTo>
                <a:lnTo>
                  <a:pt x="1029706" y="779022"/>
                </a:lnTo>
                <a:lnTo>
                  <a:pt x="1067707" y="801787"/>
                </a:lnTo>
                <a:lnTo>
                  <a:pt x="1118956" y="801775"/>
                </a:lnTo>
                <a:lnTo>
                  <a:pt x="1261033" y="763910"/>
                </a:lnTo>
                <a:lnTo>
                  <a:pt x="1270671" y="888041"/>
                </a:lnTo>
                <a:lnTo>
                  <a:pt x="1045961" y="884993"/>
                </a:lnTo>
                <a:lnTo>
                  <a:pt x="941197" y="891653"/>
                </a:lnTo>
                <a:lnTo>
                  <a:pt x="469826" y="1055542"/>
                </a:lnTo>
                <a:lnTo>
                  <a:pt x="254134" y="1030945"/>
                </a:lnTo>
                <a:lnTo>
                  <a:pt x="166946" y="1040132"/>
                </a:lnTo>
                <a:lnTo>
                  <a:pt x="177630" y="301279"/>
                </a:lnTo>
                <a:lnTo>
                  <a:pt x="5170" y="231955"/>
                </a:lnTo>
                <a:lnTo>
                  <a:pt x="0" y="214850"/>
                </a:lnTo>
                <a:lnTo>
                  <a:pt x="532" y="147749"/>
                </a:lnTo>
                <a:lnTo>
                  <a:pt x="334643" y="164678"/>
                </a:lnTo>
                <a:lnTo>
                  <a:pt x="417740" y="5131"/>
                </a:lnTo>
                <a:lnTo>
                  <a:pt x="716256" y="114017"/>
                </a:lnTo>
                <a:lnTo>
                  <a:pt x="941991" y="0"/>
                </a:lnTo>
                <a:lnTo>
                  <a:pt x="959881" y="8855"/>
                </a:lnTo>
                <a:lnTo>
                  <a:pt x="993323" y="58158"/>
                </a:lnTo>
                <a:close/>
              </a:path>
            </a:pathLst>
          </a:custGeom>
          <a:solidFill>
            <a:srgbClr val="F7F7F7"/>
          </a:solidFill>
          <a:ln w="5239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district-Wanhua-1">
            <a:extLst>
              <a:ext uri="{FF2B5EF4-FFF2-40B4-BE49-F238E27FC236}">
                <a16:creationId xmlns:a16="http://schemas.microsoft.com/office/drawing/2014/main" id="{E4CC609D-0935-465F-A13C-BFF300A42574}"/>
              </a:ext>
            </a:extLst>
          </p:cNvPr>
          <p:cNvSpPr>
            <a:spLocks noGrp="1"/>
          </p:cNvSpPr>
          <p:nvPr/>
        </p:nvSpPr>
        <p:spPr>
          <a:xfrm>
            <a:off x="2323458" y="3209703"/>
            <a:ext cx="901958" cy="1357515"/>
          </a:xfrm>
          <a:custGeom>
            <a:avLst/>
            <a:gdLst/>
            <a:ahLst/>
            <a:cxnLst/>
            <a:rect l="0" t="0" r="0" b="0"/>
            <a:pathLst>
              <a:path w="901958" h="1357515">
                <a:moveTo>
                  <a:pt x="899604" y="884983"/>
                </a:moveTo>
                <a:lnTo>
                  <a:pt x="901958" y="936126"/>
                </a:lnTo>
                <a:lnTo>
                  <a:pt x="831148" y="933813"/>
                </a:lnTo>
                <a:lnTo>
                  <a:pt x="766978" y="955893"/>
                </a:lnTo>
                <a:lnTo>
                  <a:pt x="513036" y="1251378"/>
                </a:lnTo>
                <a:lnTo>
                  <a:pt x="308152" y="1357515"/>
                </a:lnTo>
                <a:lnTo>
                  <a:pt x="201334" y="1260326"/>
                </a:lnTo>
                <a:lnTo>
                  <a:pt x="170343" y="876001"/>
                </a:lnTo>
                <a:lnTo>
                  <a:pt x="0" y="483338"/>
                </a:lnTo>
                <a:lnTo>
                  <a:pt x="137801" y="264081"/>
                </a:lnTo>
                <a:lnTo>
                  <a:pt x="196876" y="251964"/>
                </a:lnTo>
                <a:lnTo>
                  <a:pt x="377997" y="231442"/>
                </a:lnTo>
                <a:lnTo>
                  <a:pt x="655257" y="0"/>
                </a:lnTo>
                <a:lnTo>
                  <a:pt x="807536" y="49450"/>
                </a:lnTo>
                <a:lnTo>
                  <a:pt x="634151" y="660637"/>
                </a:lnTo>
                <a:lnTo>
                  <a:pt x="724679" y="766774"/>
                </a:lnTo>
                <a:lnTo>
                  <a:pt x="794168" y="830057"/>
                </a:lnTo>
                <a:lnTo>
                  <a:pt x="898408" y="859008"/>
                </a:lnTo>
                <a:close/>
              </a:path>
            </a:pathLst>
          </a:custGeom>
          <a:solidFill>
            <a:srgbClr val="F7F7F7"/>
          </a:solidFill>
          <a:ln w="5239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district-Wenshan-1">
            <a:extLst>
              <a:ext uri="{FF2B5EF4-FFF2-40B4-BE49-F238E27FC236}">
                <a16:creationId xmlns:a16="http://schemas.microsoft.com/office/drawing/2014/main" id="{B7B2E21A-F6F0-4304-AAC0-E31B635B83C5}"/>
              </a:ext>
            </a:extLst>
          </p:cNvPr>
          <p:cNvSpPr>
            <a:spLocks noGrp="1"/>
          </p:cNvSpPr>
          <p:nvPr/>
        </p:nvSpPr>
        <p:spPr>
          <a:xfrm>
            <a:off x="3772246" y="4334360"/>
            <a:ext cx="2725652" cy="1852723"/>
          </a:xfrm>
          <a:custGeom>
            <a:avLst/>
            <a:gdLst/>
            <a:ahLst/>
            <a:cxnLst/>
            <a:rect l="0" t="0" r="0" b="0"/>
            <a:pathLst>
              <a:path w="2725652" h="1852723">
                <a:moveTo>
                  <a:pt x="1984349" y="27967"/>
                </a:moveTo>
                <a:lnTo>
                  <a:pt x="2022993" y="40543"/>
                </a:lnTo>
                <a:lnTo>
                  <a:pt x="2034077" y="38456"/>
                </a:lnTo>
                <a:lnTo>
                  <a:pt x="1990990" y="387266"/>
                </a:lnTo>
                <a:lnTo>
                  <a:pt x="2130409" y="496711"/>
                </a:lnTo>
                <a:lnTo>
                  <a:pt x="2054059" y="711929"/>
                </a:lnTo>
                <a:lnTo>
                  <a:pt x="2172684" y="904186"/>
                </a:lnTo>
                <a:lnTo>
                  <a:pt x="2108754" y="966748"/>
                </a:lnTo>
                <a:lnTo>
                  <a:pt x="2116285" y="1297501"/>
                </a:lnTo>
                <a:lnTo>
                  <a:pt x="2276072" y="1386280"/>
                </a:lnTo>
                <a:lnTo>
                  <a:pt x="2546943" y="1406857"/>
                </a:lnTo>
                <a:lnTo>
                  <a:pt x="2719970" y="1523087"/>
                </a:lnTo>
                <a:lnTo>
                  <a:pt x="2725652" y="1545306"/>
                </a:lnTo>
                <a:lnTo>
                  <a:pt x="2668482" y="1634137"/>
                </a:lnTo>
                <a:lnTo>
                  <a:pt x="2030668" y="1852723"/>
                </a:lnTo>
                <a:lnTo>
                  <a:pt x="1918402" y="1720051"/>
                </a:lnTo>
                <a:lnTo>
                  <a:pt x="1681649" y="1759095"/>
                </a:lnTo>
                <a:lnTo>
                  <a:pt x="1466076" y="1644643"/>
                </a:lnTo>
                <a:lnTo>
                  <a:pt x="1343248" y="1642212"/>
                </a:lnTo>
                <a:lnTo>
                  <a:pt x="1335068" y="1698475"/>
                </a:lnTo>
                <a:lnTo>
                  <a:pt x="1286537" y="1738245"/>
                </a:lnTo>
                <a:lnTo>
                  <a:pt x="956274" y="1715948"/>
                </a:lnTo>
                <a:lnTo>
                  <a:pt x="710392" y="1293023"/>
                </a:lnTo>
                <a:lnTo>
                  <a:pt x="659953" y="971905"/>
                </a:lnTo>
                <a:lnTo>
                  <a:pt x="583425" y="1061655"/>
                </a:lnTo>
                <a:lnTo>
                  <a:pt x="448425" y="1083429"/>
                </a:lnTo>
                <a:lnTo>
                  <a:pt x="409192" y="929821"/>
                </a:lnTo>
                <a:lnTo>
                  <a:pt x="193931" y="920346"/>
                </a:lnTo>
                <a:lnTo>
                  <a:pt x="134913" y="700878"/>
                </a:lnTo>
                <a:lnTo>
                  <a:pt x="33149" y="863650"/>
                </a:lnTo>
                <a:lnTo>
                  <a:pt x="0" y="536177"/>
                </a:lnTo>
                <a:lnTo>
                  <a:pt x="106742" y="447337"/>
                </a:lnTo>
                <a:lnTo>
                  <a:pt x="36334" y="246098"/>
                </a:lnTo>
                <a:lnTo>
                  <a:pt x="160543" y="167163"/>
                </a:lnTo>
                <a:lnTo>
                  <a:pt x="221149" y="254022"/>
                </a:lnTo>
                <a:lnTo>
                  <a:pt x="421503" y="271000"/>
                </a:lnTo>
                <a:lnTo>
                  <a:pt x="558566" y="204391"/>
                </a:lnTo>
                <a:lnTo>
                  <a:pt x="629120" y="209728"/>
                </a:lnTo>
                <a:lnTo>
                  <a:pt x="664735" y="235910"/>
                </a:lnTo>
                <a:lnTo>
                  <a:pt x="837852" y="126063"/>
                </a:lnTo>
                <a:lnTo>
                  <a:pt x="1039466" y="289319"/>
                </a:lnTo>
                <a:lnTo>
                  <a:pt x="1269693" y="72703"/>
                </a:lnTo>
                <a:lnTo>
                  <a:pt x="1382236" y="45913"/>
                </a:lnTo>
                <a:lnTo>
                  <a:pt x="1521226" y="118686"/>
                </a:lnTo>
                <a:lnTo>
                  <a:pt x="1968958" y="0"/>
                </a:lnTo>
                <a:close/>
              </a:path>
            </a:pathLst>
          </a:custGeom>
          <a:solidFill>
            <a:srgbClr val="F7F7F7"/>
          </a:solidFill>
          <a:ln w="5239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district-Xinyi-1">
            <a:extLst>
              <a:ext uri="{FF2B5EF4-FFF2-40B4-BE49-F238E27FC236}">
                <a16:creationId xmlns:a16="http://schemas.microsoft.com/office/drawing/2014/main" id="{A917A624-BD66-454A-9E29-98480C5B6C73}"/>
              </a:ext>
            </a:extLst>
          </p:cNvPr>
          <p:cNvSpPr>
            <a:spLocks noGrp="1"/>
          </p:cNvSpPr>
          <p:nvPr/>
        </p:nvSpPr>
        <p:spPr>
          <a:xfrm>
            <a:off x="4434544" y="3212305"/>
            <a:ext cx="1206255" cy="1380132"/>
          </a:xfrm>
          <a:custGeom>
            <a:avLst/>
            <a:gdLst/>
            <a:ahLst/>
            <a:cxnLst/>
            <a:rect l="0" t="0" r="0" b="0"/>
            <a:pathLst>
              <a:path w="1206255" h="1380132">
                <a:moveTo>
                  <a:pt x="865996" y="145128"/>
                </a:moveTo>
                <a:lnTo>
                  <a:pt x="1039461" y="258187"/>
                </a:lnTo>
                <a:lnTo>
                  <a:pt x="1206255" y="601422"/>
                </a:lnTo>
                <a:lnTo>
                  <a:pt x="1038279" y="752604"/>
                </a:lnTo>
                <a:lnTo>
                  <a:pt x="945884" y="1029501"/>
                </a:lnTo>
                <a:lnTo>
                  <a:pt x="766948" y="1178139"/>
                </a:lnTo>
                <a:lnTo>
                  <a:pt x="607394" y="1194758"/>
                </a:lnTo>
                <a:lnTo>
                  <a:pt x="409090" y="1380132"/>
                </a:lnTo>
                <a:lnTo>
                  <a:pt x="226801" y="1071184"/>
                </a:lnTo>
                <a:lnTo>
                  <a:pt x="0" y="839347"/>
                </a:lnTo>
                <a:lnTo>
                  <a:pt x="116958" y="724827"/>
                </a:lnTo>
                <a:lnTo>
                  <a:pt x="146445" y="669479"/>
                </a:lnTo>
                <a:lnTo>
                  <a:pt x="155650" y="142485"/>
                </a:lnTo>
                <a:lnTo>
                  <a:pt x="611065" y="0"/>
                </a:lnTo>
                <a:lnTo>
                  <a:pt x="835774" y="3049"/>
                </a:lnTo>
                <a:lnTo>
                  <a:pt x="854451" y="132980"/>
                </a:lnTo>
                <a:close/>
              </a:path>
            </a:pathLst>
          </a:custGeom>
          <a:solidFill>
            <a:srgbClr val="F7F7F7"/>
          </a:solidFill>
          <a:ln w="5239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district-Zhongshan-1">
            <a:extLst>
              <a:ext uri="{FF2B5EF4-FFF2-40B4-BE49-F238E27FC236}">
                <a16:creationId xmlns:a16="http://schemas.microsoft.com/office/drawing/2014/main" id="{4EBE11A3-4F92-4284-BDEF-06B2C14EFD2D}"/>
              </a:ext>
            </a:extLst>
          </p:cNvPr>
          <p:cNvSpPr>
            <a:spLocks noGrp="1"/>
          </p:cNvSpPr>
          <p:nvPr/>
        </p:nvSpPr>
        <p:spPr>
          <a:xfrm>
            <a:off x="3407746" y="1772291"/>
            <a:ext cx="1554351" cy="1606387"/>
          </a:xfrm>
          <a:custGeom>
            <a:avLst/>
            <a:gdLst/>
            <a:ahLst/>
            <a:cxnLst/>
            <a:rect l="0" t="0" r="0" b="0"/>
            <a:pathLst>
              <a:path w="1554351" h="1606387">
                <a:moveTo>
                  <a:pt x="1036815" y="25075"/>
                </a:moveTo>
                <a:lnTo>
                  <a:pt x="1030945" y="36314"/>
                </a:lnTo>
                <a:lnTo>
                  <a:pt x="1042459" y="87792"/>
                </a:lnTo>
                <a:lnTo>
                  <a:pt x="986685" y="95029"/>
                </a:lnTo>
                <a:lnTo>
                  <a:pt x="1184487" y="175830"/>
                </a:lnTo>
                <a:lnTo>
                  <a:pt x="1176449" y="266516"/>
                </a:lnTo>
                <a:lnTo>
                  <a:pt x="1215665" y="249120"/>
                </a:lnTo>
                <a:lnTo>
                  <a:pt x="1261345" y="262110"/>
                </a:lnTo>
                <a:lnTo>
                  <a:pt x="1368111" y="455157"/>
                </a:lnTo>
                <a:lnTo>
                  <a:pt x="1554351" y="518371"/>
                </a:lnTo>
                <a:lnTo>
                  <a:pt x="1355363" y="664677"/>
                </a:lnTo>
                <a:lnTo>
                  <a:pt x="1009643" y="560153"/>
                </a:lnTo>
                <a:lnTo>
                  <a:pt x="926545" y="719700"/>
                </a:lnTo>
                <a:lnTo>
                  <a:pt x="592435" y="702770"/>
                </a:lnTo>
                <a:lnTo>
                  <a:pt x="591902" y="769872"/>
                </a:lnTo>
                <a:lnTo>
                  <a:pt x="597072" y="786977"/>
                </a:lnTo>
                <a:lnTo>
                  <a:pt x="769532" y="856301"/>
                </a:lnTo>
                <a:lnTo>
                  <a:pt x="758848" y="1595153"/>
                </a:lnTo>
                <a:lnTo>
                  <a:pt x="672359" y="1606387"/>
                </a:lnTo>
                <a:lnTo>
                  <a:pt x="491399" y="1595221"/>
                </a:lnTo>
                <a:lnTo>
                  <a:pt x="0" y="1479044"/>
                </a:lnTo>
                <a:lnTo>
                  <a:pt x="50073" y="632042"/>
                </a:lnTo>
                <a:lnTo>
                  <a:pt x="98634" y="516593"/>
                </a:lnTo>
                <a:lnTo>
                  <a:pt x="208390" y="594275"/>
                </a:lnTo>
                <a:lnTo>
                  <a:pt x="157723" y="408149"/>
                </a:lnTo>
                <a:lnTo>
                  <a:pt x="162219" y="386564"/>
                </a:lnTo>
                <a:lnTo>
                  <a:pt x="511596" y="80200"/>
                </a:lnTo>
                <a:lnTo>
                  <a:pt x="605196" y="24005"/>
                </a:lnTo>
                <a:lnTo>
                  <a:pt x="633892" y="16333"/>
                </a:lnTo>
                <a:lnTo>
                  <a:pt x="811516" y="71426"/>
                </a:lnTo>
                <a:lnTo>
                  <a:pt x="1046727" y="0"/>
                </a:lnTo>
                <a:close/>
              </a:path>
            </a:pathLst>
          </a:custGeom>
          <a:solidFill>
            <a:srgbClr val="F7F7F7"/>
          </a:solidFill>
          <a:ln w="5239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district-Zhongzheng-1">
            <a:extLst>
              <a:ext uri="{FF2B5EF4-FFF2-40B4-BE49-F238E27FC236}">
                <a16:creationId xmlns:a16="http://schemas.microsoft.com/office/drawing/2014/main" id="{2A2C3162-531C-40B2-BDA4-C928B43E1C14}"/>
              </a:ext>
            </a:extLst>
          </p:cNvPr>
          <p:cNvSpPr>
            <a:spLocks noGrp="1"/>
          </p:cNvSpPr>
          <p:nvPr/>
        </p:nvSpPr>
        <p:spPr>
          <a:xfrm>
            <a:off x="2957609" y="3201807"/>
            <a:ext cx="1008290" cy="1378651"/>
          </a:xfrm>
          <a:custGeom>
            <a:avLst/>
            <a:gdLst/>
            <a:ahLst/>
            <a:cxnLst/>
            <a:rect l="0" t="0" r="0" b="0"/>
            <a:pathLst>
              <a:path w="1008290" h="1378651">
                <a:moveTo>
                  <a:pt x="527402" y="62720"/>
                </a:moveTo>
                <a:lnTo>
                  <a:pt x="639534" y="73478"/>
                </a:lnTo>
                <a:lnTo>
                  <a:pt x="874272" y="145189"/>
                </a:lnTo>
                <a:lnTo>
                  <a:pt x="869601" y="543075"/>
                </a:lnTo>
                <a:lnTo>
                  <a:pt x="614733" y="481446"/>
                </a:lnTo>
                <a:lnTo>
                  <a:pt x="531526" y="724230"/>
                </a:lnTo>
                <a:lnTo>
                  <a:pt x="1008290" y="1291511"/>
                </a:lnTo>
                <a:lnTo>
                  <a:pt x="967915" y="1303328"/>
                </a:lnTo>
                <a:lnTo>
                  <a:pt x="850971" y="1378651"/>
                </a:lnTo>
                <a:lnTo>
                  <a:pt x="663776" y="1277612"/>
                </a:lnTo>
                <a:lnTo>
                  <a:pt x="518682" y="1058389"/>
                </a:lnTo>
                <a:lnTo>
                  <a:pt x="267807" y="944023"/>
                </a:lnTo>
                <a:lnTo>
                  <a:pt x="264257" y="866904"/>
                </a:lnTo>
                <a:lnTo>
                  <a:pt x="160017" y="837953"/>
                </a:lnTo>
                <a:lnTo>
                  <a:pt x="90528" y="774670"/>
                </a:lnTo>
                <a:lnTo>
                  <a:pt x="0" y="668533"/>
                </a:lnTo>
                <a:lnTo>
                  <a:pt x="166468" y="85960"/>
                </a:lnTo>
                <a:lnTo>
                  <a:pt x="237503" y="0"/>
                </a:lnTo>
                <a:lnTo>
                  <a:pt x="278512" y="16666"/>
                </a:lnTo>
                <a:lnTo>
                  <a:pt x="343179" y="32777"/>
                </a:lnTo>
                <a:close/>
              </a:path>
            </a:pathLst>
          </a:custGeom>
          <a:solidFill>
            <a:srgbClr val="F7F7F7"/>
          </a:solidFill>
          <a:ln w="5239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district-label-Daan">
            <a:extLst>
              <a:ext uri="{FF2B5EF4-FFF2-40B4-BE49-F238E27FC236}">
                <a16:creationId xmlns:a16="http://schemas.microsoft.com/office/drawing/2014/main" id="{3FD6AA49-54D4-4F76-AEFB-52BF0CFA2346}"/>
              </a:ext>
            </a:extLst>
          </p:cNvPr>
          <p:cNvSpPr>
            <a:spLocks noGrp="1"/>
          </p:cNvSpPr>
          <p:nvPr/>
        </p:nvSpPr>
        <p:spPr>
          <a:xfrm>
            <a:off x="3636412" y="3989175"/>
            <a:ext cx="857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38">
                <a:solidFill>
                  <a:srgbClr val="8F8F8F"/>
                </a:solidFill>
              </a:defRPr>
            </a:pPr>
            <a:r>
              <a:rPr sz="638">
                <a:solidFill>
                  <a:srgbClr val="8F8F8F"/>
                </a:solidFill>
              </a:rPr>
              <a:t>Daan</a:t>
            </a:r>
          </a:p>
        </p:txBody>
      </p:sp>
      <p:sp>
        <p:nvSpPr>
          <p:cNvPr id="15" name="district-label-Datong">
            <a:extLst>
              <a:ext uri="{FF2B5EF4-FFF2-40B4-BE49-F238E27FC236}">
                <a16:creationId xmlns:a16="http://schemas.microsoft.com/office/drawing/2014/main" id="{8965DF7A-7948-4EB7-A3C8-FD09AA65D5BE}"/>
              </a:ext>
            </a:extLst>
          </p:cNvPr>
          <p:cNvSpPr>
            <a:spLocks noGrp="1"/>
          </p:cNvSpPr>
          <p:nvPr/>
        </p:nvSpPr>
        <p:spPr>
          <a:xfrm>
            <a:off x="2720628" y="2704039"/>
            <a:ext cx="857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38">
                <a:solidFill>
                  <a:srgbClr val="8F8F8F"/>
                </a:solidFill>
              </a:defRPr>
            </a:pPr>
            <a:r>
              <a:rPr sz="638">
                <a:solidFill>
                  <a:srgbClr val="8F8F8F"/>
                </a:solidFill>
              </a:rPr>
              <a:t>Datong</a:t>
            </a:r>
          </a:p>
        </p:txBody>
      </p:sp>
      <p:sp>
        <p:nvSpPr>
          <p:cNvPr id="16" name="district-label-Nangang">
            <a:extLst>
              <a:ext uri="{FF2B5EF4-FFF2-40B4-BE49-F238E27FC236}">
                <a16:creationId xmlns:a16="http://schemas.microsoft.com/office/drawing/2014/main" id="{F02F5841-5530-48DF-A66A-C24762A16A9B}"/>
              </a:ext>
            </a:extLst>
          </p:cNvPr>
          <p:cNvSpPr>
            <a:spLocks noGrp="1"/>
          </p:cNvSpPr>
          <p:nvPr/>
        </p:nvSpPr>
        <p:spPr>
          <a:xfrm>
            <a:off x="5882569" y="3589930"/>
            <a:ext cx="857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38">
                <a:solidFill>
                  <a:srgbClr val="8F8F8F"/>
                </a:solidFill>
              </a:defRPr>
            </a:pPr>
            <a:r>
              <a:rPr sz="638">
                <a:solidFill>
                  <a:srgbClr val="8F8F8F"/>
                </a:solidFill>
              </a:rPr>
              <a:t>Nangang</a:t>
            </a:r>
          </a:p>
        </p:txBody>
      </p:sp>
      <p:sp>
        <p:nvSpPr>
          <p:cNvPr id="17" name="district-label-Neihu">
            <a:extLst>
              <a:ext uri="{FF2B5EF4-FFF2-40B4-BE49-F238E27FC236}">
                <a16:creationId xmlns:a16="http://schemas.microsoft.com/office/drawing/2014/main" id="{1BEA14AD-54E1-4621-9794-F26059F005E7}"/>
              </a:ext>
            </a:extLst>
          </p:cNvPr>
          <p:cNvSpPr>
            <a:spLocks noGrp="1"/>
          </p:cNvSpPr>
          <p:nvPr/>
        </p:nvSpPr>
        <p:spPr>
          <a:xfrm>
            <a:off x="5212270" y="1863869"/>
            <a:ext cx="857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38">
                <a:solidFill>
                  <a:srgbClr val="8F8F8F"/>
                </a:solidFill>
              </a:defRPr>
            </a:pPr>
            <a:r>
              <a:rPr sz="638">
                <a:solidFill>
                  <a:srgbClr val="8F8F8F"/>
                </a:solidFill>
              </a:rPr>
              <a:t>Neihu</a:t>
            </a:r>
          </a:p>
        </p:txBody>
      </p:sp>
      <p:sp>
        <p:nvSpPr>
          <p:cNvPr id="18" name="district-label-Songshan">
            <a:extLst>
              <a:ext uri="{FF2B5EF4-FFF2-40B4-BE49-F238E27FC236}">
                <a16:creationId xmlns:a16="http://schemas.microsoft.com/office/drawing/2014/main" id="{960F5D22-8924-47D6-933D-6423468708F8}"/>
              </a:ext>
            </a:extLst>
          </p:cNvPr>
          <p:cNvSpPr>
            <a:spLocks noGrp="1"/>
          </p:cNvSpPr>
          <p:nvPr/>
        </p:nvSpPr>
        <p:spPr>
          <a:xfrm>
            <a:off x="4208592" y="2697642"/>
            <a:ext cx="857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38">
                <a:solidFill>
                  <a:srgbClr val="8F8F8F"/>
                </a:solidFill>
              </a:defRPr>
            </a:pPr>
            <a:r>
              <a:rPr sz="638">
                <a:solidFill>
                  <a:srgbClr val="8F8F8F"/>
                </a:solidFill>
              </a:rPr>
              <a:t>Songshan</a:t>
            </a:r>
          </a:p>
        </p:txBody>
      </p:sp>
      <p:sp>
        <p:nvSpPr>
          <p:cNvPr id="19" name="district-label-Wanhua">
            <a:extLst>
              <a:ext uri="{FF2B5EF4-FFF2-40B4-BE49-F238E27FC236}">
                <a16:creationId xmlns:a16="http://schemas.microsoft.com/office/drawing/2014/main" id="{629BC38D-7F2C-4C31-9B4D-EAC7A9DBCAAC}"/>
              </a:ext>
            </a:extLst>
          </p:cNvPr>
          <p:cNvSpPr>
            <a:spLocks noGrp="1"/>
          </p:cNvSpPr>
          <p:nvPr/>
        </p:nvSpPr>
        <p:spPr>
          <a:xfrm>
            <a:off x="2232548" y="3921785"/>
            <a:ext cx="857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38">
                <a:solidFill>
                  <a:srgbClr val="8F8F8F"/>
                </a:solidFill>
              </a:defRPr>
            </a:pPr>
            <a:r>
              <a:rPr sz="638">
                <a:solidFill>
                  <a:srgbClr val="8F8F8F"/>
                </a:solidFill>
              </a:rPr>
              <a:t>Wanhua</a:t>
            </a:r>
          </a:p>
        </p:txBody>
      </p:sp>
      <p:sp>
        <p:nvSpPr>
          <p:cNvPr id="20" name="district-label-Wenshan">
            <a:extLst>
              <a:ext uri="{FF2B5EF4-FFF2-40B4-BE49-F238E27FC236}">
                <a16:creationId xmlns:a16="http://schemas.microsoft.com/office/drawing/2014/main" id="{7CA0F6EB-D790-456D-9D2A-409DBD754195}"/>
              </a:ext>
            </a:extLst>
          </p:cNvPr>
          <p:cNvSpPr>
            <a:spLocks noGrp="1"/>
          </p:cNvSpPr>
          <p:nvPr/>
        </p:nvSpPr>
        <p:spPr>
          <a:xfrm>
            <a:off x="4664980" y="5278451"/>
            <a:ext cx="857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38">
                <a:solidFill>
                  <a:srgbClr val="8F8F8F"/>
                </a:solidFill>
              </a:defRPr>
            </a:pPr>
            <a:r>
              <a:rPr sz="638">
                <a:solidFill>
                  <a:srgbClr val="8F8F8F"/>
                </a:solidFill>
              </a:rPr>
              <a:t>Wenshan</a:t>
            </a:r>
          </a:p>
        </p:txBody>
      </p:sp>
      <p:sp>
        <p:nvSpPr>
          <p:cNvPr id="21" name="district-label-Xinyi">
            <a:extLst>
              <a:ext uri="{FF2B5EF4-FFF2-40B4-BE49-F238E27FC236}">
                <a16:creationId xmlns:a16="http://schemas.microsoft.com/office/drawing/2014/main" id="{310EA1A5-0D46-40D2-956A-0E7EC4F4D566}"/>
              </a:ext>
            </a:extLst>
          </p:cNvPr>
          <p:cNvSpPr>
            <a:spLocks noGrp="1"/>
          </p:cNvSpPr>
          <p:nvPr/>
        </p:nvSpPr>
        <p:spPr>
          <a:xfrm>
            <a:off x="4687434" y="3837652"/>
            <a:ext cx="857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38">
                <a:solidFill>
                  <a:srgbClr val="8F8F8F"/>
                </a:solidFill>
              </a:defRPr>
            </a:pPr>
            <a:r>
              <a:rPr sz="638">
                <a:solidFill>
                  <a:srgbClr val="8F8F8F"/>
                </a:solidFill>
              </a:rPr>
              <a:t>Xinyi</a:t>
            </a:r>
          </a:p>
        </p:txBody>
      </p:sp>
      <p:sp>
        <p:nvSpPr>
          <p:cNvPr id="22" name="district-label-Zhongshan">
            <a:extLst>
              <a:ext uri="{FF2B5EF4-FFF2-40B4-BE49-F238E27FC236}">
                <a16:creationId xmlns:a16="http://schemas.microsoft.com/office/drawing/2014/main" id="{F867DD73-6B4C-4CE5-926F-8DAE53AF3848}"/>
              </a:ext>
            </a:extLst>
          </p:cNvPr>
          <p:cNvSpPr>
            <a:spLocks noGrp="1"/>
          </p:cNvSpPr>
          <p:nvPr/>
        </p:nvSpPr>
        <p:spPr>
          <a:xfrm>
            <a:off x="3481053" y="2386482"/>
            <a:ext cx="857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38">
                <a:solidFill>
                  <a:srgbClr val="8F8F8F"/>
                </a:solidFill>
              </a:defRPr>
            </a:pPr>
            <a:r>
              <a:rPr sz="638">
                <a:solidFill>
                  <a:srgbClr val="8F8F8F"/>
                </a:solidFill>
              </a:rPr>
              <a:t>Zhongshan</a:t>
            </a:r>
          </a:p>
        </p:txBody>
      </p:sp>
      <p:sp>
        <p:nvSpPr>
          <p:cNvPr id="23" name="district-label-Zhongzheng">
            <a:extLst>
              <a:ext uri="{FF2B5EF4-FFF2-40B4-BE49-F238E27FC236}">
                <a16:creationId xmlns:a16="http://schemas.microsoft.com/office/drawing/2014/main" id="{87C099AA-4AC3-462B-AF1E-AAFD36BE2EF6}"/>
              </a:ext>
            </a:extLst>
          </p:cNvPr>
          <p:cNvSpPr>
            <a:spLocks noGrp="1"/>
          </p:cNvSpPr>
          <p:nvPr/>
        </p:nvSpPr>
        <p:spPr>
          <a:xfrm>
            <a:off x="2948561" y="3785805"/>
            <a:ext cx="857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38">
                <a:solidFill>
                  <a:srgbClr val="8F8F8F"/>
                </a:solidFill>
              </a:defRPr>
            </a:pPr>
            <a:r>
              <a:rPr sz="638">
                <a:solidFill>
                  <a:srgbClr val="8F8F8F"/>
                </a:solidFill>
              </a:rPr>
              <a:t>Zhongzheng</a:t>
            </a:r>
          </a:p>
        </p:txBody>
      </p:sp>
      <p:sp>
        <p:nvSpPr>
          <p:cNvPr id="24" name="assignment-I001-to-J07">
            <a:extLst>
              <a:ext uri="{FF2B5EF4-FFF2-40B4-BE49-F238E27FC236}">
                <a16:creationId xmlns:a16="http://schemas.microsoft.com/office/drawing/2014/main" id="{0BA46534-D63F-4914-8876-2D0DF48F7D1F}"/>
              </a:ext>
            </a:extLst>
          </p:cNvPr>
          <p:cNvSpPr>
            <a:spLocks noGrp="1"/>
          </p:cNvSpPr>
          <p:nvPr/>
        </p:nvSpPr>
        <p:spPr>
          <a:xfrm>
            <a:off x="3590708" y="3984174"/>
            <a:ext cx="135592" cy="17213"/>
          </a:xfrm>
          <a:custGeom>
            <a:avLst/>
            <a:gdLst/>
            <a:ahLst/>
            <a:cxnLst/>
            <a:rect l="0" t="0" r="0" b="0"/>
            <a:pathLst>
              <a:path w="135592" h="17213">
                <a:moveTo>
                  <a:pt x="0" y="17213"/>
                </a:moveTo>
                <a:lnTo>
                  <a:pt x="135592" y="0"/>
                </a:lnTo>
              </a:path>
            </a:pathLst>
          </a:custGeom>
          <a:noFill/>
          <a:ln w="6668">
            <a:solidFill>
              <a:srgbClr val="A7A7A7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assignment-I002-to-J05">
            <a:extLst>
              <a:ext uri="{FF2B5EF4-FFF2-40B4-BE49-F238E27FC236}">
                <a16:creationId xmlns:a16="http://schemas.microsoft.com/office/drawing/2014/main" id="{3A8FA702-89B2-4933-AA25-932C52FF9B40}"/>
              </a:ext>
            </a:extLst>
          </p:cNvPr>
          <p:cNvSpPr>
            <a:spLocks noGrp="1"/>
          </p:cNvSpPr>
          <p:nvPr/>
        </p:nvSpPr>
        <p:spPr>
          <a:xfrm>
            <a:off x="3690061" y="3661652"/>
            <a:ext cx="231624" cy="181494"/>
          </a:xfrm>
          <a:custGeom>
            <a:avLst/>
            <a:gdLst/>
            <a:ahLst/>
            <a:cxnLst/>
            <a:rect l="0" t="0" r="0" b="0"/>
            <a:pathLst>
              <a:path w="231624" h="181494">
                <a:moveTo>
                  <a:pt x="231624" y="0"/>
                </a:moveTo>
                <a:lnTo>
                  <a:pt x="0" y="181494"/>
                </a:lnTo>
              </a:path>
            </a:pathLst>
          </a:custGeom>
          <a:noFill/>
          <a:ln w="6668">
            <a:solidFill>
              <a:srgbClr val="A7A7A7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assignment-I003-to-J03">
            <a:extLst>
              <a:ext uri="{FF2B5EF4-FFF2-40B4-BE49-F238E27FC236}">
                <a16:creationId xmlns:a16="http://schemas.microsoft.com/office/drawing/2014/main" id="{C6DB0E0A-7A9B-4F1C-9140-5C324C027248}"/>
              </a:ext>
            </a:extLst>
          </p:cNvPr>
          <p:cNvSpPr>
            <a:spLocks noGrp="1"/>
          </p:cNvSpPr>
          <p:nvPr/>
        </p:nvSpPr>
        <p:spPr>
          <a:xfrm>
            <a:off x="4088080" y="3980248"/>
            <a:ext cx="65833" cy="10872"/>
          </a:xfrm>
          <a:custGeom>
            <a:avLst/>
            <a:gdLst/>
            <a:ahLst/>
            <a:cxnLst/>
            <a:rect l="0" t="0" r="0" b="0"/>
            <a:pathLst>
              <a:path w="65833" h="10872">
                <a:moveTo>
                  <a:pt x="0" y="10872"/>
                </a:moveTo>
                <a:lnTo>
                  <a:pt x="65833" y="0"/>
                </a:lnTo>
              </a:path>
            </a:pathLst>
          </a:custGeom>
          <a:noFill/>
          <a:ln w="6668">
            <a:solidFill>
              <a:srgbClr val="A7A7A7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assignment-I004-to-J03">
            <a:extLst>
              <a:ext uri="{FF2B5EF4-FFF2-40B4-BE49-F238E27FC236}">
                <a16:creationId xmlns:a16="http://schemas.microsoft.com/office/drawing/2014/main" id="{D04EFAE1-ACF6-4CC0-8330-1E943FBB5D5D}"/>
              </a:ext>
            </a:extLst>
          </p:cNvPr>
          <p:cNvSpPr>
            <a:spLocks noGrp="1"/>
          </p:cNvSpPr>
          <p:nvPr/>
        </p:nvSpPr>
        <p:spPr>
          <a:xfrm>
            <a:off x="4085664" y="3865795"/>
            <a:ext cx="68249" cy="114453"/>
          </a:xfrm>
          <a:custGeom>
            <a:avLst/>
            <a:gdLst/>
            <a:ahLst/>
            <a:cxnLst/>
            <a:rect l="0" t="0" r="0" b="0"/>
            <a:pathLst>
              <a:path w="68249" h="114453">
                <a:moveTo>
                  <a:pt x="0" y="0"/>
                </a:moveTo>
                <a:lnTo>
                  <a:pt x="68249" y="114453"/>
                </a:lnTo>
              </a:path>
            </a:pathLst>
          </a:custGeom>
          <a:noFill/>
          <a:ln w="6668">
            <a:solidFill>
              <a:srgbClr val="A7A7A7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assignment-I005-to-J06">
            <a:extLst>
              <a:ext uri="{FF2B5EF4-FFF2-40B4-BE49-F238E27FC236}">
                <a16:creationId xmlns:a16="http://schemas.microsoft.com/office/drawing/2014/main" id="{420692E7-49FF-42B5-BF9B-4EAF4A1DDB0F}"/>
              </a:ext>
            </a:extLst>
          </p:cNvPr>
          <p:cNvSpPr>
            <a:spLocks noGrp="1"/>
          </p:cNvSpPr>
          <p:nvPr/>
        </p:nvSpPr>
        <p:spPr>
          <a:xfrm>
            <a:off x="4233638" y="3607596"/>
            <a:ext cx="130458" cy="54358"/>
          </a:xfrm>
          <a:custGeom>
            <a:avLst/>
            <a:gdLst/>
            <a:ahLst/>
            <a:cxnLst/>
            <a:rect l="0" t="0" r="0" b="0"/>
            <a:pathLst>
              <a:path w="130458" h="54358">
                <a:moveTo>
                  <a:pt x="0" y="54358"/>
                </a:moveTo>
                <a:lnTo>
                  <a:pt x="130458" y="0"/>
                </a:lnTo>
              </a:path>
            </a:pathLst>
          </a:custGeom>
          <a:noFill/>
          <a:ln w="6668">
            <a:solidFill>
              <a:srgbClr val="A7A7A7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assignment-I006-to-J01">
            <a:extLst>
              <a:ext uri="{FF2B5EF4-FFF2-40B4-BE49-F238E27FC236}">
                <a16:creationId xmlns:a16="http://schemas.microsoft.com/office/drawing/2014/main" id="{D3DD95BB-E087-4BC6-AAD5-B1C5B0DADA5C}"/>
              </a:ext>
            </a:extLst>
          </p:cNvPr>
          <p:cNvSpPr>
            <a:spLocks noGrp="1"/>
          </p:cNvSpPr>
          <p:nvPr/>
        </p:nvSpPr>
        <p:spPr>
          <a:xfrm>
            <a:off x="4161161" y="3477138"/>
            <a:ext cx="47714" cy="19025"/>
          </a:xfrm>
          <a:custGeom>
            <a:avLst/>
            <a:gdLst/>
            <a:ahLst/>
            <a:cxnLst/>
            <a:rect l="0" t="0" r="0" b="0"/>
            <a:pathLst>
              <a:path w="47714" h="19025">
                <a:moveTo>
                  <a:pt x="47714" y="19025"/>
                </a:moveTo>
                <a:lnTo>
                  <a:pt x="0" y="0"/>
                </a:lnTo>
              </a:path>
            </a:pathLst>
          </a:custGeom>
          <a:noFill/>
          <a:ln w="6668">
            <a:solidFill>
              <a:srgbClr val="A7A7A7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assignment-I007-to-J06">
            <a:extLst>
              <a:ext uri="{FF2B5EF4-FFF2-40B4-BE49-F238E27FC236}">
                <a16:creationId xmlns:a16="http://schemas.microsoft.com/office/drawing/2014/main" id="{5678D763-4779-4271-923B-E73F71483E46}"/>
              </a:ext>
            </a:extLst>
          </p:cNvPr>
          <p:cNvSpPr>
            <a:spLocks noGrp="1"/>
          </p:cNvSpPr>
          <p:nvPr/>
        </p:nvSpPr>
        <p:spPr>
          <a:xfrm>
            <a:off x="4363492" y="3607596"/>
            <a:ext cx="604" cy="43788"/>
          </a:xfrm>
          <a:custGeom>
            <a:avLst/>
            <a:gdLst/>
            <a:ahLst/>
            <a:cxnLst/>
            <a:rect l="0" t="0" r="0" b="0"/>
            <a:pathLst>
              <a:path w="604" h="43788">
                <a:moveTo>
                  <a:pt x="0" y="43788"/>
                </a:moveTo>
                <a:lnTo>
                  <a:pt x="604" y="0"/>
                </a:lnTo>
              </a:path>
            </a:pathLst>
          </a:custGeom>
          <a:noFill/>
          <a:ln w="6668">
            <a:solidFill>
              <a:srgbClr val="A7A7A7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assignment-I008-to-J06">
            <a:extLst>
              <a:ext uri="{FF2B5EF4-FFF2-40B4-BE49-F238E27FC236}">
                <a16:creationId xmlns:a16="http://schemas.microsoft.com/office/drawing/2014/main" id="{7772E3B3-D23C-419A-98FE-5F04377580CF}"/>
              </a:ext>
            </a:extLst>
          </p:cNvPr>
          <p:cNvSpPr>
            <a:spLocks noGrp="1"/>
          </p:cNvSpPr>
          <p:nvPr/>
        </p:nvSpPr>
        <p:spPr>
          <a:xfrm>
            <a:off x="4364096" y="3481366"/>
            <a:ext cx="13589" cy="126231"/>
          </a:xfrm>
          <a:custGeom>
            <a:avLst/>
            <a:gdLst/>
            <a:ahLst/>
            <a:cxnLst/>
            <a:rect l="0" t="0" r="0" b="0"/>
            <a:pathLst>
              <a:path w="13589" h="126231">
                <a:moveTo>
                  <a:pt x="13589" y="0"/>
                </a:moveTo>
                <a:lnTo>
                  <a:pt x="0" y="126231"/>
                </a:lnTo>
              </a:path>
            </a:pathLst>
          </a:custGeom>
          <a:noFill/>
          <a:ln w="6668">
            <a:solidFill>
              <a:srgbClr val="A7A7A7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2" name="assignment-I009-to-J04">
            <a:extLst>
              <a:ext uri="{FF2B5EF4-FFF2-40B4-BE49-F238E27FC236}">
                <a16:creationId xmlns:a16="http://schemas.microsoft.com/office/drawing/2014/main" id="{D4FD1543-BA00-4D7F-8E56-AED29EF5F5D7}"/>
              </a:ext>
            </a:extLst>
          </p:cNvPr>
          <p:cNvSpPr>
            <a:spLocks noGrp="1"/>
          </p:cNvSpPr>
          <p:nvPr/>
        </p:nvSpPr>
        <p:spPr>
          <a:xfrm>
            <a:off x="4545288" y="3660142"/>
            <a:ext cx="95" cy="95"/>
          </a:xfrm>
          <a:custGeom>
            <a:avLst/>
            <a:gdLst/>
            <a:ahLst/>
            <a:cxnLst/>
            <a:rect l="0" t="0" r="0" b="0"/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 w="6668">
            <a:solidFill>
              <a:srgbClr val="A7A7A7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assignment-I010-to-J04">
            <a:extLst>
              <a:ext uri="{FF2B5EF4-FFF2-40B4-BE49-F238E27FC236}">
                <a16:creationId xmlns:a16="http://schemas.microsoft.com/office/drawing/2014/main" id="{5C93CF11-13A7-491C-ABF5-06F6D4A1E45C}"/>
              </a:ext>
            </a:extLst>
          </p:cNvPr>
          <p:cNvSpPr>
            <a:spLocks noGrp="1"/>
          </p:cNvSpPr>
          <p:nvPr/>
        </p:nvSpPr>
        <p:spPr>
          <a:xfrm>
            <a:off x="4523545" y="3479856"/>
            <a:ext cx="21743" cy="180286"/>
          </a:xfrm>
          <a:custGeom>
            <a:avLst/>
            <a:gdLst/>
            <a:ahLst/>
            <a:cxnLst/>
            <a:rect l="0" t="0" r="0" b="0"/>
            <a:pathLst>
              <a:path w="21743" h="180286">
                <a:moveTo>
                  <a:pt x="0" y="0"/>
                </a:moveTo>
                <a:lnTo>
                  <a:pt x="21743" y="180286"/>
                </a:lnTo>
              </a:path>
            </a:pathLst>
          </a:custGeom>
          <a:noFill/>
          <a:ln w="6668">
            <a:solidFill>
              <a:srgbClr val="A7A7A7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" name="assignment-I011-to-J07">
            <a:extLst>
              <a:ext uri="{FF2B5EF4-FFF2-40B4-BE49-F238E27FC236}">
                <a16:creationId xmlns:a16="http://schemas.microsoft.com/office/drawing/2014/main" id="{B22B7AF4-ABB7-4BAF-9454-87B80656D5F9}"/>
              </a:ext>
            </a:extLst>
          </p:cNvPr>
          <p:cNvSpPr>
            <a:spLocks noGrp="1"/>
          </p:cNvSpPr>
          <p:nvPr/>
        </p:nvSpPr>
        <p:spPr>
          <a:xfrm>
            <a:off x="2691088" y="3984174"/>
            <a:ext cx="1035211" cy="193876"/>
          </a:xfrm>
          <a:custGeom>
            <a:avLst/>
            <a:gdLst/>
            <a:ahLst/>
            <a:cxnLst/>
            <a:rect l="0" t="0" r="0" b="0"/>
            <a:pathLst>
              <a:path w="1035211" h="193876">
                <a:moveTo>
                  <a:pt x="0" y="193876"/>
                </a:moveTo>
                <a:lnTo>
                  <a:pt x="1035211" y="0"/>
                </a:lnTo>
              </a:path>
            </a:pathLst>
          </a:custGeom>
          <a:noFill/>
          <a:ln w="6668">
            <a:solidFill>
              <a:srgbClr val="A7A7A7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5" name="assignment-I012-to-J05">
            <a:extLst>
              <a:ext uri="{FF2B5EF4-FFF2-40B4-BE49-F238E27FC236}">
                <a16:creationId xmlns:a16="http://schemas.microsoft.com/office/drawing/2014/main" id="{F99BF09C-8A63-433B-BA2C-E01DCFAF0A7A}"/>
              </a:ext>
            </a:extLst>
          </p:cNvPr>
          <p:cNvSpPr>
            <a:spLocks noGrp="1"/>
          </p:cNvSpPr>
          <p:nvPr/>
        </p:nvSpPr>
        <p:spPr>
          <a:xfrm>
            <a:off x="2698940" y="3843146"/>
            <a:ext cx="991121" cy="183306"/>
          </a:xfrm>
          <a:custGeom>
            <a:avLst/>
            <a:gdLst/>
            <a:ahLst/>
            <a:cxnLst/>
            <a:rect l="0" t="0" r="0" b="0"/>
            <a:pathLst>
              <a:path w="991121" h="183306">
                <a:moveTo>
                  <a:pt x="0" y="183306"/>
                </a:moveTo>
                <a:lnTo>
                  <a:pt x="991121" y="0"/>
                </a:lnTo>
              </a:path>
            </a:pathLst>
          </a:custGeom>
          <a:noFill/>
          <a:ln w="6668">
            <a:solidFill>
              <a:srgbClr val="A7A7A7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6" name="assignment-I013-to-J05">
            <a:extLst>
              <a:ext uri="{FF2B5EF4-FFF2-40B4-BE49-F238E27FC236}">
                <a16:creationId xmlns:a16="http://schemas.microsoft.com/office/drawing/2014/main" id="{9A1771AC-CC60-41C5-86EF-111880ACFF15}"/>
              </a:ext>
            </a:extLst>
          </p:cNvPr>
          <p:cNvSpPr>
            <a:spLocks noGrp="1"/>
          </p:cNvSpPr>
          <p:nvPr/>
        </p:nvSpPr>
        <p:spPr>
          <a:xfrm>
            <a:off x="2704678" y="3832577"/>
            <a:ext cx="985383" cy="10570"/>
          </a:xfrm>
          <a:custGeom>
            <a:avLst/>
            <a:gdLst/>
            <a:ahLst/>
            <a:cxnLst/>
            <a:rect l="0" t="0" r="0" b="0"/>
            <a:pathLst>
              <a:path w="985383" h="10570">
                <a:moveTo>
                  <a:pt x="0" y="0"/>
                </a:moveTo>
                <a:lnTo>
                  <a:pt x="985383" y="10570"/>
                </a:lnTo>
              </a:path>
            </a:pathLst>
          </a:custGeom>
          <a:noFill/>
          <a:ln w="6668">
            <a:solidFill>
              <a:srgbClr val="A7A7A7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7" name="assignment-I014-to-J07">
            <a:extLst>
              <a:ext uri="{FF2B5EF4-FFF2-40B4-BE49-F238E27FC236}">
                <a16:creationId xmlns:a16="http://schemas.microsoft.com/office/drawing/2014/main" id="{9436B2AA-F865-4418-9BE9-A0D7DD42205B}"/>
              </a:ext>
            </a:extLst>
          </p:cNvPr>
          <p:cNvSpPr>
            <a:spLocks noGrp="1"/>
          </p:cNvSpPr>
          <p:nvPr/>
        </p:nvSpPr>
        <p:spPr>
          <a:xfrm>
            <a:off x="2848424" y="3984174"/>
            <a:ext cx="877876" cy="175756"/>
          </a:xfrm>
          <a:custGeom>
            <a:avLst/>
            <a:gdLst/>
            <a:ahLst/>
            <a:cxnLst/>
            <a:rect l="0" t="0" r="0" b="0"/>
            <a:pathLst>
              <a:path w="877876" h="175756">
                <a:moveTo>
                  <a:pt x="0" y="175756"/>
                </a:moveTo>
                <a:lnTo>
                  <a:pt x="877876" y="0"/>
                </a:lnTo>
              </a:path>
            </a:pathLst>
          </a:custGeom>
          <a:noFill/>
          <a:ln w="6668">
            <a:solidFill>
              <a:srgbClr val="A7A7A7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8" name="assignment-I015-to-J05">
            <a:extLst>
              <a:ext uri="{FF2B5EF4-FFF2-40B4-BE49-F238E27FC236}">
                <a16:creationId xmlns:a16="http://schemas.microsoft.com/office/drawing/2014/main" id="{8CC7EF8B-BF10-41F2-8974-FA8339D7C02E}"/>
              </a:ext>
            </a:extLst>
          </p:cNvPr>
          <p:cNvSpPr>
            <a:spLocks noGrp="1"/>
          </p:cNvSpPr>
          <p:nvPr/>
        </p:nvSpPr>
        <p:spPr>
          <a:xfrm>
            <a:off x="2855973" y="3843146"/>
            <a:ext cx="834088" cy="158845"/>
          </a:xfrm>
          <a:custGeom>
            <a:avLst/>
            <a:gdLst/>
            <a:ahLst/>
            <a:cxnLst/>
            <a:rect l="0" t="0" r="0" b="0"/>
            <a:pathLst>
              <a:path w="834088" h="158845">
                <a:moveTo>
                  <a:pt x="0" y="158845"/>
                </a:moveTo>
                <a:lnTo>
                  <a:pt x="834088" y="0"/>
                </a:lnTo>
              </a:path>
            </a:pathLst>
          </a:custGeom>
          <a:noFill/>
          <a:ln w="6668">
            <a:solidFill>
              <a:srgbClr val="A7A7A7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9" name="assignment-I016-to-J05">
            <a:extLst>
              <a:ext uri="{FF2B5EF4-FFF2-40B4-BE49-F238E27FC236}">
                <a16:creationId xmlns:a16="http://schemas.microsoft.com/office/drawing/2014/main" id="{2A65DD34-5000-4181-A824-7F0EA5A51BBC}"/>
              </a:ext>
            </a:extLst>
          </p:cNvPr>
          <p:cNvSpPr>
            <a:spLocks noGrp="1"/>
          </p:cNvSpPr>
          <p:nvPr/>
        </p:nvSpPr>
        <p:spPr>
          <a:xfrm>
            <a:off x="2887380" y="3830161"/>
            <a:ext cx="802681" cy="12985"/>
          </a:xfrm>
          <a:custGeom>
            <a:avLst/>
            <a:gdLst/>
            <a:ahLst/>
            <a:cxnLst/>
            <a:rect l="0" t="0" r="0" b="0"/>
            <a:pathLst>
              <a:path w="802681" h="12985">
                <a:moveTo>
                  <a:pt x="0" y="0"/>
                </a:moveTo>
                <a:lnTo>
                  <a:pt x="802681" y="12985"/>
                </a:lnTo>
              </a:path>
            </a:pathLst>
          </a:custGeom>
          <a:noFill/>
          <a:ln w="6668">
            <a:solidFill>
              <a:srgbClr val="A7A7A7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0" name="assignment-I017-to-J05">
            <a:extLst>
              <a:ext uri="{FF2B5EF4-FFF2-40B4-BE49-F238E27FC236}">
                <a16:creationId xmlns:a16="http://schemas.microsoft.com/office/drawing/2014/main" id="{D755C82A-583F-4DC8-8E73-E8387D52F217}"/>
              </a:ext>
            </a:extLst>
          </p:cNvPr>
          <p:cNvSpPr>
            <a:spLocks noGrp="1"/>
          </p:cNvSpPr>
          <p:nvPr/>
        </p:nvSpPr>
        <p:spPr>
          <a:xfrm>
            <a:off x="2861711" y="3692757"/>
            <a:ext cx="828350" cy="150389"/>
          </a:xfrm>
          <a:custGeom>
            <a:avLst/>
            <a:gdLst/>
            <a:ahLst/>
            <a:cxnLst/>
            <a:rect l="0" t="0" r="0" b="0"/>
            <a:pathLst>
              <a:path w="828350" h="150389">
                <a:moveTo>
                  <a:pt x="0" y="0"/>
                </a:moveTo>
                <a:lnTo>
                  <a:pt x="828350" y="150389"/>
                </a:lnTo>
              </a:path>
            </a:pathLst>
          </a:custGeom>
          <a:noFill/>
          <a:ln w="6668">
            <a:solidFill>
              <a:srgbClr val="A7A7A7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1" name="assignment-I018-to-J05">
            <a:extLst>
              <a:ext uri="{FF2B5EF4-FFF2-40B4-BE49-F238E27FC236}">
                <a16:creationId xmlns:a16="http://schemas.microsoft.com/office/drawing/2014/main" id="{6B6569E3-5C57-4C6E-90A3-20D04FA63CC6}"/>
              </a:ext>
            </a:extLst>
          </p:cNvPr>
          <p:cNvSpPr>
            <a:spLocks noGrp="1"/>
          </p:cNvSpPr>
          <p:nvPr/>
        </p:nvSpPr>
        <p:spPr>
          <a:xfrm>
            <a:off x="2863523" y="3520624"/>
            <a:ext cx="826538" cy="322522"/>
          </a:xfrm>
          <a:custGeom>
            <a:avLst/>
            <a:gdLst/>
            <a:ahLst/>
            <a:cxnLst/>
            <a:rect l="0" t="0" r="0" b="0"/>
            <a:pathLst>
              <a:path w="826538" h="322522">
                <a:moveTo>
                  <a:pt x="0" y="0"/>
                </a:moveTo>
                <a:lnTo>
                  <a:pt x="826538" y="322522"/>
                </a:lnTo>
              </a:path>
            </a:pathLst>
          </a:custGeom>
          <a:noFill/>
          <a:ln w="6668">
            <a:solidFill>
              <a:srgbClr val="A7A7A7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2" name="assignment-I019-to-J05">
            <a:extLst>
              <a:ext uri="{FF2B5EF4-FFF2-40B4-BE49-F238E27FC236}">
                <a16:creationId xmlns:a16="http://schemas.microsoft.com/office/drawing/2014/main" id="{3C81F9BE-9DAC-4F2D-8B51-739F6E3E5908}"/>
              </a:ext>
            </a:extLst>
          </p:cNvPr>
          <p:cNvSpPr>
            <a:spLocks noGrp="1"/>
          </p:cNvSpPr>
          <p:nvPr/>
        </p:nvSpPr>
        <p:spPr>
          <a:xfrm>
            <a:off x="2878018" y="3392280"/>
            <a:ext cx="812043" cy="450866"/>
          </a:xfrm>
          <a:custGeom>
            <a:avLst/>
            <a:gdLst/>
            <a:ahLst/>
            <a:cxnLst/>
            <a:rect l="0" t="0" r="0" b="0"/>
            <a:pathLst>
              <a:path w="812043" h="450866">
                <a:moveTo>
                  <a:pt x="0" y="0"/>
                </a:moveTo>
                <a:lnTo>
                  <a:pt x="812043" y="450866"/>
                </a:lnTo>
              </a:path>
            </a:pathLst>
          </a:custGeom>
          <a:noFill/>
          <a:ln w="6668">
            <a:solidFill>
              <a:srgbClr val="A7A7A7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3" name="assignment-I020-to-J05">
            <a:extLst>
              <a:ext uri="{FF2B5EF4-FFF2-40B4-BE49-F238E27FC236}">
                <a16:creationId xmlns:a16="http://schemas.microsoft.com/office/drawing/2014/main" id="{9B3BB3D2-A55A-4838-A850-83B421D85237}"/>
              </a:ext>
            </a:extLst>
          </p:cNvPr>
          <p:cNvSpPr>
            <a:spLocks noGrp="1"/>
          </p:cNvSpPr>
          <p:nvPr/>
        </p:nvSpPr>
        <p:spPr>
          <a:xfrm>
            <a:off x="3011195" y="3843146"/>
            <a:ext cx="678867" cy="133176"/>
          </a:xfrm>
          <a:custGeom>
            <a:avLst/>
            <a:gdLst/>
            <a:ahLst/>
            <a:cxnLst/>
            <a:rect l="0" t="0" r="0" b="0"/>
            <a:pathLst>
              <a:path w="678867" h="133176">
                <a:moveTo>
                  <a:pt x="0" y="133176"/>
                </a:moveTo>
                <a:lnTo>
                  <a:pt x="678867" y="0"/>
                </a:lnTo>
              </a:path>
            </a:pathLst>
          </a:custGeom>
          <a:noFill/>
          <a:ln w="6668">
            <a:solidFill>
              <a:srgbClr val="A7A7A7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4" name="assignment-I021-to-J05">
            <a:extLst>
              <a:ext uri="{FF2B5EF4-FFF2-40B4-BE49-F238E27FC236}">
                <a16:creationId xmlns:a16="http://schemas.microsoft.com/office/drawing/2014/main" id="{87650DAB-2F75-46B9-AD79-E8A87C74B61B}"/>
              </a:ext>
            </a:extLst>
          </p:cNvPr>
          <p:cNvSpPr>
            <a:spLocks noGrp="1"/>
          </p:cNvSpPr>
          <p:nvPr/>
        </p:nvSpPr>
        <p:spPr>
          <a:xfrm>
            <a:off x="3012403" y="3828047"/>
            <a:ext cx="677659" cy="15099"/>
          </a:xfrm>
          <a:custGeom>
            <a:avLst/>
            <a:gdLst/>
            <a:ahLst/>
            <a:cxnLst/>
            <a:rect l="0" t="0" r="0" b="0"/>
            <a:pathLst>
              <a:path w="677659" h="15099">
                <a:moveTo>
                  <a:pt x="0" y="0"/>
                </a:moveTo>
                <a:lnTo>
                  <a:pt x="677659" y="15099"/>
                </a:lnTo>
              </a:path>
            </a:pathLst>
          </a:custGeom>
          <a:noFill/>
          <a:ln w="6668">
            <a:solidFill>
              <a:srgbClr val="A7A7A7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5" name="assignment-I022-to-J05">
            <a:extLst>
              <a:ext uri="{FF2B5EF4-FFF2-40B4-BE49-F238E27FC236}">
                <a16:creationId xmlns:a16="http://schemas.microsoft.com/office/drawing/2014/main" id="{C367853A-C28F-4B63-964B-692A2298FF46}"/>
              </a:ext>
            </a:extLst>
          </p:cNvPr>
          <p:cNvSpPr>
            <a:spLocks noGrp="1"/>
          </p:cNvSpPr>
          <p:nvPr/>
        </p:nvSpPr>
        <p:spPr>
          <a:xfrm>
            <a:off x="3005759" y="3658934"/>
            <a:ext cx="684302" cy="184212"/>
          </a:xfrm>
          <a:custGeom>
            <a:avLst/>
            <a:gdLst/>
            <a:ahLst/>
            <a:cxnLst/>
            <a:rect l="0" t="0" r="0" b="0"/>
            <a:pathLst>
              <a:path w="684302" h="184212">
                <a:moveTo>
                  <a:pt x="0" y="0"/>
                </a:moveTo>
                <a:lnTo>
                  <a:pt x="684302" y="184212"/>
                </a:lnTo>
              </a:path>
            </a:pathLst>
          </a:custGeom>
          <a:noFill/>
          <a:ln w="6668">
            <a:solidFill>
              <a:srgbClr val="A7A7A7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6" name="assignment-I023-to-J05">
            <a:extLst>
              <a:ext uri="{FF2B5EF4-FFF2-40B4-BE49-F238E27FC236}">
                <a16:creationId xmlns:a16="http://schemas.microsoft.com/office/drawing/2014/main" id="{D134CA2B-1671-441D-B8C2-8A94C6836A0B}"/>
              </a:ext>
            </a:extLst>
          </p:cNvPr>
          <p:cNvSpPr>
            <a:spLocks noGrp="1"/>
          </p:cNvSpPr>
          <p:nvPr/>
        </p:nvSpPr>
        <p:spPr>
          <a:xfrm>
            <a:off x="2990660" y="3515792"/>
            <a:ext cx="699402" cy="327354"/>
          </a:xfrm>
          <a:custGeom>
            <a:avLst/>
            <a:gdLst/>
            <a:ahLst/>
            <a:cxnLst/>
            <a:rect l="0" t="0" r="0" b="0"/>
            <a:pathLst>
              <a:path w="699402" h="327354">
                <a:moveTo>
                  <a:pt x="0" y="0"/>
                </a:moveTo>
                <a:lnTo>
                  <a:pt x="699402" y="327354"/>
                </a:lnTo>
              </a:path>
            </a:pathLst>
          </a:custGeom>
          <a:noFill/>
          <a:ln w="6668">
            <a:solidFill>
              <a:srgbClr val="A7A7A7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7" name="assignment-I024-to-J05">
            <a:extLst>
              <a:ext uri="{FF2B5EF4-FFF2-40B4-BE49-F238E27FC236}">
                <a16:creationId xmlns:a16="http://schemas.microsoft.com/office/drawing/2014/main" id="{9165799B-4D8E-4DAF-95AC-37969882C9B7}"/>
              </a:ext>
            </a:extLst>
          </p:cNvPr>
          <p:cNvSpPr>
            <a:spLocks noGrp="1"/>
          </p:cNvSpPr>
          <p:nvPr/>
        </p:nvSpPr>
        <p:spPr>
          <a:xfrm>
            <a:off x="3002739" y="3335204"/>
            <a:ext cx="687322" cy="507942"/>
          </a:xfrm>
          <a:custGeom>
            <a:avLst/>
            <a:gdLst/>
            <a:ahLst/>
            <a:cxnLst/>
            <a:rect l="0" t="0" r="0" b="0"/>
            <a:pathLst>
              <a:path w="687322" h="507942">
                <a:moveTo>
                  <a:pt x="0" y="0"/>
                </a:moveTo>
                <a:lnTo>
                  <a:pt x="687322" y="507942"/>
                </a:lnTo>
              </a:path>
            </a:pathLst>
          </a:custGeom>
          <a:noFill/>
          <a:ln w="6668">
            <a:solidFill>
              <a:srgbClr val="A7A7A7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8" name="assignment-I025-to-J05">
            <a:extLst>
              <a:ext uri="{FF2B5EF4-FFF2-40B4-BE49-F238E27FC236}">
                <a16:creationId xmlns:a16="http://schemas.microsoft.com/office/drawing/2014/main" id="{48B5D9C3-432A-4EF7-BB16-5453A10839C8}"/>
              </a:ext>
            </a:extLst>
          </p:cNvPr>
          <p:cNvSpPr>
            <a:spLocks noGrp="1"/>
          </p:cNvSpPr>
          <p:nvPr/>
        </p:nvSpPr>
        <p:spPr>
          <a:xfrm>
            <a:off x="3165812" y="3843146"/>
            <a:ext cx="524249" cy="148880"/>
          </a:xfrm>
          <a:custGeom>
            <a:avLst/>
            <a:gdLst/>
            <a:ahLst/>
            <a:cxnLst/>
            <a:rect l="0" t="0" r="0" b="0"/>
            <a:pathLst>
              <a:path w="524249" h="148880">
                <a:moveTo>
                  <a:pt x="0" y="148880"/>
                </a:moveTo>
                <a:lnTo>
                  <a:pt x="524249" y="0"/>
                </a:lnTo>
              </a:path>
            </a:pathLst>
          </a:custGeom>
          <a:noFill/>
          <a:ln w="6668">
            <a:solidFill>
              <a:srgbClr val="A7A7A7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9" name="assignment-I026-to-J05">
            <a:extLst>
              <a:ext uri="{FF2B5EF4-FFF2-40B4-BE49-F238E27FC236}">
                <a16:creationId xmlns:a16="http://schemas.microsoft.com/office/drawing/2014/main" id="{E45D13EB-BA07-4B3A-AE04-F836ED0422AB}"/>
              </a:ext>
            </a:extLst>
          </p:cNvPr>
          <p:cNvSpPr>
            <a:spLocks noGrp="1"/>
          </p:cNvSpPr>
          <p:nvPr/>
        </p:nvSpPr>
        <p:spPr>
          <a:xfrm>
            <a:off x="3146787" y="3334298"/>
            <a:ext cx="543274" cy="508848"/>
          </a:xfrm>
          <a:custGeom>
            <a:avLst/>
            <a:gdLst/>
            <a:ahLst/>
            <a:cxnLst/>
            <a:rect l="0" t="0" r="0" b="0"/>
            <a:pathLst>
              <a:path w="543274" h="508848">
                <a:moveTo>
                  <a:pt x="0" y="0"/>
                </a:moveTo>
                <a:lnTo>
                  <a:pt x="543274" y="508848"/>
                </a:lnTo>
              </a:path>
            </a:pathLst>
          </a:custGeom>
          <a:noFill/>
          <a:ln w="6668">
            <a:solidFill>
              <a:srgbClr val="A7A7A7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0" name="assignment-I027-to-J08">
            <a:extLst>
              <a:ext uri="{FF2B5EF4-FFF2-40B4-BE49-F238E27FC236}">
                <a16:creationId xmlns:a16="http://schemas.microsoft.com/office/drawing/2014/main" id="{E6A91745-23D9-411D-ADCD-7E9FAFBC5D39}"/>
              </a:ext>
            </a:extLst>
          </p:cNvPr>
          <p:cNvSpPr>
            <a:spLocks noGrp="1"/>
          </p:cNvSpPr>
          <p:nvPr/>
        </p:nvSpPr>
        <p:spPr>
          <a:xfrm>
            <a:off x="3148297" y="3075193"/>
            <a:ext cx="795736" cy="73383"/>
          </a:xfrm>
          <a:custGeom>
            <a:avLst/>
            <a:gdLst/>
            <a:ahLst/>
            <a:cxnLst/>
            <a:rect l="0" t="0" r="0" b="0"/>
            <a:pathLst>
              <a:path w="795736" h="73383">
                <a:moveTo>
                  <a:pt x="0" y="73383"/>
                </a:moveTo>
                <a:lnTo>
                  <a:pt x="795736" y="0"/>
                </a:lnTo>
              </a:path>
            </a:pathLst>
          </a:custGeom>
          <a:noFill/>
          <a:ln w="6668">
            <a:solidFill>
              <a:srgbClr val="A7A7A7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1" name="assignment-I028-to-J08">
            <a:extLst>
              <a:ext uri="{FF2B5EF4-FFF2-40B4-BE49-F238E27FC236}">
                <a16:creationId xmlns:a16="http://schemas.microsoft.com/office/drawing/2014/main" id="{94B6B581-6FD9-4C84-B3CC-05E5791960AD}"/>
              </a:ext>
            </a:extLst>
          </p:cNvPr>
          <p:cNvSpPr>
            <a:spLocks noGrp="1"/>
          </p:cNvSpPr>
          <p:nvPr/>
        </p:nvSpPr>
        <p:spPr>
          <a:xfrm>
            <a:off x="3160678" y="3013286"/>
            <a:ext cx="783354" cy="61907"/>
          </a:xfrm>
          <a:custGeom>
            <a:avLst/>
            <a:gdLst/>
            <a:ahLst/>
            <a:cxnLst/>
            <a:rect l="0" t="0" r="0" b="0"/>
            <a:pathLst>
              <a:path w="783354" h="61907">
                <a:moveTo>
                  <a:pt x="0" y="0"/>
                </a:moveTo>
                <a:lnTo>
                  <a:pt x="783354" y="61907"/>
                </a:lnTo>
              </a:path>
            </a:pathLst>
          </a:custGeom>
          <a:noFill/>
          <a:ln w="6668">
            <a:solidFill>
              <a:srgbClr val="A7A7A7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2" name="assignment-I029-to-J08">
            <a:extLst>
              <a:ext uri="{FF2B5EF4-FFF2-40B4-BE49-F238E27FC236}">
                <a16:creationId xmlns:a16="http://schemas.microsoft.com/office/drawing/2014/main" id="{19B9B1F4-CF4A-467F-A8A6-8E77B01C6183}"/>
              </a:ext>
            </a:extLst>
          </p:cNvPr>
          <p:cNvSpPr>
            <a:spLocks noGrp="1"/>
          </p:cNvSpPr>
          <p:nvPr/>
        </p:nvSpPr>
        <p:spPr>
          <a:xfrm>
            <a:off x="3157356" y="2843569"/>
            <a:ext cx="786676" cy="231624"/>
          </a:xfrm>
          <a:custGeom>
            <a:avLst/>
            <a:gdLst/>
            <a:ahLst/>
            <a:cxnLst/>
            <a:rect l="0" t="0" r="0" b="0"/>
            <a:pathLst>
              <a:path w="786676" h="231624">
                <a:moveTo>
                  <a:pt x="0" y="0"/>
                </a:moveTo>
                <a:lnTo>
                  <a:pt x="786676" y="231624"/>
                </a:lnTo>
              </a:path>
            </a:pathLst>
          </a:custGeom>
          <a:noFill/>
          <a:ln w="6668">
            <a:solidFill>
              <a:srgbClr val="A7A7A7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3" name="assignment-I030-to-J08">
            <a:extLst>
              <a:ext uri="{FF2B5EF4-FFF2-40B4-BE49-F238E27FC236}">
                <a16:creationId xmlns:a16="http://schemas.microsoft.com/office/drawing/2014/main" id="{F7C662FD-22DF-48B0-AE92-579F6DCF2F92}"/>
              </a:ext>
            </a:extLst>
          </p:cNvPr>
          <p:cNvSpPr>
            <a:spLocks noGrp="1"/>
          </p:cNvSpPr>
          <p:nvPr/>
        </p:nvSpPr>
        <p:spPr>
          <a:xfrm>
            <a:off x="3162490" y="2648184"/>
            <a:ext cx="781542" cy="427010"/>
          </a:xfrm>
          <a:custGeom>
            <a:avLst/>
            <a:gdLst/>
            <a:ahLst/>
            <a:cxnLst/>
            <a:rect l="0" t="0" r="0" b="0"/>
            <a:pathLst>
              <a:path w="781542" h="427010">
                <a:moveTo>
                  <a:pt x="0" y="0"/>
                </a:moveTo>
                <a:lnTo>
                  <a:pt x="781542" y="427010"/>
                </a:lnTo>
              </a:path>
            </a:pathLst>
          </a:custGeom>
          <a:noFill/>
          <a:ln w="6668">
            <a:solidFill>
              <a:srgbClr val="A7A7A7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4" name="assignment-I031-to-J05">
            <a:extLst>
              <a:ext uri="{FF2B5EF4-FFF2-40B4-BE49-F238E27FC236}">
                <a16:creationId xmlns:a16="http://schemas.microsoft.com/office/drawing/2014/main" id="{50AD75B1-34D3-4A71-B052-332F9C71B913}"/>
              </a:ext>
            </a:extLst>
          </p:cNvPr>
          <p:cNvSpPr>
            <a:spLocks noGrp="1"/>
          </p:cNvSpPr>
          <p:nvPr/>
        </p:nvSpPr>
        <p:spPr>
          <a:xfrm>
            <a:off x="3324657" y="3843146"/>
            <a:ext cx="365404" cy="153107"/>
          </a:xfrm>
          <a:custGeom>
            <a:avLst/>
            <a:gdLst/>
            <a:ahLst/>
            <a:cxnLst/>
            <a:rect l="0" t="0" r="0" b="0"/>
            <a:pathLst>
              <a:path w="365404" h="153107">
                <a:moveTo>
                  <a:pt x="0" y="153107"/>
                </a:moveTo>
                <a:lnTo>
                  <a:pt x="365404" y="0"/>
                </a:lnTo>
              </a:path>
            </a:pathLst>
          </a:custGeom>
          <a:noFill/>
          <a:ln w="6668">
            <a:solidFill>
              <a:srgbClr val="A7A7A7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5" name="assignment-I032-to-J05">
            <a:extLst>
              <a:ext uri="{FF2B5EF4-FFF2-40B4-BE49-F238E27FC236}">
                <a16:creationId xmlns:a16="http://schemas.microsoft.com/office/drawing/2014/main" id="{81486E0B-CD48-4D8D-A42E-59E0FB039BEE}"/>
              </a:ext>
            </a:extLst>
          </p:cNvPr>
          <p:cNvSpPr>
            <a:spLocks noGrp="1"/>
          </p:cNvSpPr>
          <p:nvPr/>
        </p:nvSpPr>
        <p:spPr>
          <a:xfrm>
            <a:off x="3313786" y="3838012"/>
            <a:ext cx="376276" cy="5134"/>
          </a:xfrm>
          <a:custGeom>
            <a:avLst/>
            <a:gdLst/>
            <a:ahLst/>
            <a:cxnLst/>
            <a:rect l="0" t="0" r="0" b="0"/>
            <a:pathLst>
              <a:path w="376276" h="5134">
                <a:moveTo>
                  <a:pt x="0" y="0"/>
                </a:moveTo>
                <a:lnTo>
                  <a:pt x="376276" y="5134"/>
                </a:lnTo>
              </a:path>
            </a:pathLst>
          </a:custGeom>
          <a:noFill/>
          <a:ln w="6668">
            <a:solidFill>
              <a:srgbClr val="A7A7A7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6" name="assignment-I033-to-J08">
            <a:extLst>
              <a:ext uri="{FF2B5EF4-FFF2-40B4-BE49-F238E27FC236}">
                <a16:creationId xmlns:a16="http://schemas.microsoft.com/office/drawing/2014/main" id="{8ACA560D-79B2-4F9B-A1DC-564507C988EC}"/>
              </a:ext>
            </a:extLst>
          </p:cNvPr>
          <p:cNvSpPr>
            <a:spLocks noGrp="1"/>
          </p:cNvSpPr>
          <p:nvPr/>
        </p:nvSpPr>
        <p:spPr>
          <a:xfrm>
            <a:off x="3319825" y="3075193"/>
            <a:ext cx="624207" cy="85462"/>
          </a:xfrm>
          <a:custGeom>
            <a:avLst/>
            <a:gdLst/>
            <a:ahLst/>
            <a:cxnLst/>
            <a:rect l="0" t="0" r="0" b="0"/>
            <a:pathLst>
              <a:path w="624207" h="85462">
                <a:moveTo>
                  <a:pt x="0" y="85462"/>
                </a:moveTo>
                <a:lnTo>
                  <a:pt x="624207" y="0"/>
                </a:lnTo>
              </a:path>
            </a:pathLst>
          </a:custGeom>
          <a:noFill/>
          <a:ln w="6668">
            <a:solidFill>
              <a:srgbClr val="A7A7A7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7" name="assignment-I034-to-J08">
            <a:extLst>
              <a:ext uri="{FF2B5EF4-FFF2-40B4-BE49-F238E27FC236}">
                <a16:creationId xmlns:a16="http://schemas.microsoft.com/office/drawing/2014/main" id="{D39722D7-0855-4AA6-9D19-509968185D79}"/>
              </a:ext>
            </a:extLst>
          </p:cNvPr>
          <p:cNvSpPr>
            <a:spLocks noGrp="1"/>
          </p:cNvSpPr>
          <p:nvPr/>
        </p:nvSpPr>
        <p:spPr>
          <a:xfrm>
            <a:off x="3295666" y="2991543"/>
            <a:ext cx="648366" cy="83650"/>
          </a:xfrm>
          <a:custGeom>
            <a:avLst/>
            <a:gdLst/>
            <a:ahLst/>
            <a:cxnLst/>
            <a:rect l="0" t="0" r="0" b="0"/>
            <a:pathLst>
              <a:path w="648366" h="83650">
                <a:moveTo>
                  <a:pt x="0" y="0"/>
                </a:moveTo>
                <a:lnTo>
                  <a:pt x="648366" y="83650"/>
                </a:lnTo>
              </a:path>
            </a:pathLst>
          </a:custGeom>
          <a:noFill/>
          <a:ln w="6668">
            <a:solidFill>
              <a:srgbClr val="A7A7A7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8" name="assignment-I035-to-J08">
            <a:extLst>
              <a:ext uri="{FF2B5EF4-FFF2-40B4-BE49-F238E27FC236}">
                <a16:creationId xmlns:a16="http://schemas.microsoft.com/office/drawing/2014/main" id="{316AF5F6-5B8C-48BE-9ADC-436F1542C7D9}"/>
              </a:ext>
            </a:extLst>
          </p:cNvPr>
          <p:cNvSpPr>
            <a:spLocks noGrp="1"/>
          </p:cNvSpPr>
          <p:nvPr/>
        </p:nvSpPr>
        <p:spPr>
          <a:xfrm>
            <a:off x="3313182" y="2833604"/>
            <a:ext cx="630851" cy="241590"/>
          </a:xfrm>
          <a:custGeom>
            <a:avLst/>
            <a:gdLst/>
            <a:ahLst/>
            <a:cxnLst/>
            <a:rect l="0" t="0" r="0" b="0"/>
            <a:pathLst>
              <a:path w="630851" h="241590">
                <a:moveTo>
                  <a:pt x="0" y="0"/>
                </a:moveTo>
                <a:lnTo>
                  <a:pt x="630851" y="241590"/>
                </a:lnTo>
              </a:path>
            </a:pathLst>
          </a:custGeom>
          <a:noFill/>
          <a:ln w="6668">
            <a:solidFill>
              <a:srgbClr val="A7A7A7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9" name="assignment-I036-to-J08">
            <a:extLst>
              <a:ext uri="{FF2B5EF4-FFF2-40B4-BE49-F238E27FC236}">
                <a16:creationId xmlns:a16="http://schemas.microsoft.com/office/drawing/2014/main" id="{44930624-4325-4715-A9FD-919C29675231}"/>
              </a:ext>
            </a:extLst>
          </p:cNvPr>
          <p:cNvSpPr>
            <a:spLocks noGrp="1"/>
          </p:cNvSpPr>
          <p:nvPr/>
        </p:nvSpPr>
        <p:spPr>
          <a:xfrm>
            <a:off x="3315899" y="2656942"/>
            <a:ext cx="628133" cy="418252"/>
          </a:xfrm>
          <a:custGeom>
            <a:avLst/>
            <a:gdLst/>
            <a:ahLst/>
            <a:cxnLst/>
            <a:rect l="0" t="0" r="0" b="0"/>
            <a:pathLst>
              <a:path w="628133" h="418252">
                <a:moveTo>
                  <a:pt x="0" y="0"/>
                </a:moveTo>
                <a:lnTo>
                  <a:pt x="628133" y="418252"/>
                </a:lnTo>
              </a:path>
            </a:pathLst>
          </a:custGeom>
          <a:noFill/>
          <a:ln w="6668">
            <a:solidFill>
              <a:srgbClr val="A7A7A7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0" name="assignment-I037-to-J07">
            <a:extLst>
              <a:ext uri="{FF2B5EF4-FFF2-40B4-BE49-F238E27FC236}">
                <a16:creationId xmlns:a16="http://schemas.microsoft.com/office/drawing/2014/main" id="{685F7017-D4E4-42F1-BB92-15CC6DDEC3BD}"/>
              </a:ext>
            </a:extLst>
          </p:cNvPr>
          <p:cNvSpPr>
            <a:spLocks noGrp="1"/>
          </p:cNvSpPr>
          <p:nvPr/>
        </p:nvSpPr>
        <p:spPr>
          <a:xfrm>
            <a:off x="3490448" y="3984174"/>
            <a:ext cx="235852" cy="163677"/>
          </a:xfrm>
          <a:custGeom>
            <a:avLst/>
            <a:gdLst/>
            <a:ahLst/>
            <a:cxnLst/>
            <a:rect l="0" t="0" r="0" b="0"/>
            <a:pathLst>
              <a:path w="235852" h="163677">
                <a:moveTo>
                  <a:pt x="0" y="163677"/>
                </a:moveTo>
                <a:lnTo>
                  <a:pt x="235852" y="0"/>
                </a:lnTo>
              </a:path>
            </a:pathLst>
          </a:custGeom>
          <a:noFill/>
          <a:ln w="6668">
            <a:solidFill>
              <a:srgbClr val="A7A7A7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1" name="assignment-I038-to-J07">
            <a:extLst>
              <a:ext uri="{FF2B5EF4-FFF2-40B4-BE49-F238E27FC236}">
                <a16:creationId xmlns:a16="http://schemas.microsoft.com/office/drawing/2014/main" id="{189A194D-E15B-4C53-9B5E-85C80BF2A24D}"/>
              </a:ext>
            </a:extLst>
          </p:cNvPr>
          <p:cNvSpPr>
            <a:spLocks noGrp="1"/>
          </p:cNvSpPr>
          <p:nvPr/>
        </p:nvSpPr>
        <p:spPr>
          <a:xfrm>
            <a:off x="3466591" y="3984174"/>
            <a:ext cx="259709" cy="13589"/>
          </a:xfrm>
          <a:custGeom>
            <a:avLst/>
            <a:gdLst/>
            <a:ahLst/>
            <a:cxnLst/>
            <a:rect l="0" t="0" r="0" b="0"/>
            <a:pathLst>
              <a:path w="259709" h="13589">
                <a:moveTo>
                  <a:pt x="0" y="13589"/>
                </a:moveTo>
                <a:lnTo>
                  <a:pt x="259709" y="0"/>
                </a:lnTo>
              </a:path>
            </a:pathLst>
          </a:custGeom>
          <a:noFill/>
          <a:ln w="6668">
            <a:solidFill>
              <a:srgbClr val="A7A7A7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2" name="assignment-I039-to-J05">
            <a:extLst>
              <a:ext uri="{FF2B5EF4-FFF2-40B4-BE49-F238E27FC236}">
                <a16:creationId xmlns:a16="http://schemas.microsoft.com/office/drawing/2014/main" id="{35C10D5B-1F23-48F5-AB6C-3C2D0B89D1D5}"/>
              </a:ext>
            </a:extLst>
          </p:cNvPr>
          <p:cNvSpPr>
            <a:spLocks noGrp="1"/>
          </p:cNvSpPr>
          <p:nvPr/>
        </p:nvSpPr>
        <p:spPr>
          <a:xfrm>
            <a:off x="3463873" y="3843146"/>
            <a:ext cx="226188" cy="6342"/>
          </a:xfrm>
          <a:custGeom>
            <a:avLst/>
            <a:gdLst/>
            <a:ahLst/>
            <a:cxnLst/>
            <a:rect l="0" t="0" r="0" b="0"/>
            <a:pathLst>
              <a:path w="226188" h="6342">
                <a:moveTo>
                  <a:pt x="0" y="6342"/>
                </a:moveTo>
                <a:lnTo>
                  <a:pt x="226188" y="0"/>
                </a:lnTo>
              </a:path>
            </a:pathLst>
          </a:custGeom>
          <a:noFill/>
          <a:ln w="6668">
            <a:solidFill>
              <a:srgbClr val="A7A7A7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3" name="assignment-I040-to-J08">
            <a:extLst>
              <a:ext uri="{FF2B5EF4-FFF2-40B4-BE49-F238E27FC236}">
                <a16:creationId xmlns:a16="http://schemas.microsoft.com/office/drawing/2014/main" id="{29BA78AA-0B32-47A4-A49D-003920DDF935}"/>
              </a:ext>
            </a:extLst>
          </p:cNvPr>
          <p:cNvSpPr>
            <a:spLocks noGrp="1"/>
          </p:cNvSpPr>
          <p:nvPr/>
        </p:nvSpPr>
        <p:spPr>
          <a:xfrm>
            <a:off x="3452096" y="2992449"/>
            <a:ext cx="491937" cy="82744"/>
          </a:xfrm>
          <a:custGeom>
            <a:avLst/>
            <a:gdLst/>
            <a:ahLst/>
            <a:cxnLst/>
            <a:rect l="0" t="0" r="0" b="0"/>
            <a:pathLst>
              <a:path w="491937" h="82744">
                <a:moveTo>
                  <a:pt x="0" y="0"/>
                </a:moveTo>
                <a:lnTo>
                  <a:pt x="491937" y="82744"/>
                </a:lnTo>
              </a:path>
            </a:pathLst>
          </a:custGeom>
          <a:noFill/>
          <a:ln w="6668">
            <a:solidFill>
              <a:srgbClr val="A7A7A7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4" name="assignment-I041-to-J08">
            <a:extLst>
              <a:ext uri="{FF2B5EF4-FFF2-40B4-BE49-F238E27FC236}">
                <a16:creationId xmlns:a16="http://schemas.microsoft.com/office/drawing/2014/main" id="{5043E92A-827E-4809-B0DA-646AC85FD688}"/>
              </a:ext>
            </a:extLst>
          </p:cNvPr>
          <p:cNvSpPr>
            <a:spLocks noGrp="1"/>
          </p:cNvSpPr>
          <p:nvPr/>
        </p:nvSpPr>
        <p:spPr>
          <a:xfrm>
            <a:off x="3469611" y="2829980"/>
            <a:ext cx="474421" cy="245213"/>
          </a:xfrm>
          <a:custGeom>
            <a:avLst/>
            <a:gdLst/>
            <a:ahLst/>
            <a:cxnLst/>
            <a:rect l="0" t="0" r="0" b="0"/>
            <a:pathLst>
              <a:path w="474421" h="245213">
                <a:moveTo>
                  <a:pt x="0" y="0"/>
                </a:moveTo>
                <a:lnTo>
                  <a:pt x="474421" y="245213"/>
                </a:lnTo>
              </a:path>
            </a:pathLst>
          </a:custGeom>
          <a:noFill/>
          <a:ln w="6668">
            <a:solidFill>
              <a:srgbClr val="A7A7A7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5" name="assignment-I042-to-J08">
            <a:extLst>
              <a:ext uri="{FF2B5EF4-FFF2-40B4-BE49-F238E27FC236}">
                <a16:creationId xmlns:a16="http://schemas.microsoft.com/office/drawing/2014/main" id="{C987C938-A067-436A-83CF-4FBE450F23C3}"/>
              </a:ext>
            </a:extLst>
          </p:cNvPr>
          <p:cNvSpPr>
            <a:spLocks noGrp="1"/>
          </p:cNvSpPr>
          <p:nvPr/>
        </p:nvSpPr>
        <p:spPr>
          <a:xfrm>
            <a:off x="3502527" y="2670833"/>
            <a:ext cx="441505" cy="404360"/>
          </a:xfrm>
          <a:custGeom>
            <a:avLst/>
            <a:gdLst/>
            <a:ahLst/>
            <a:cxnLst/>
            <a:rect l="0" t="0" r="0" b="0"/>
            <a:pathLst>
              <a:path w="441505" h="404360">
                <a:moveTo>
                  <a:pt x="0" y="0"/>
                </a:moveTo>
                <a:lnTo>
                  <a:pt x="441505" y="404360"/>
                </a:lnTo>
              </a:path>
            </a:pathLst>
          </a:custGeom>
          <a:noFill/>
          <a:ln w="6668">
            <a:solidFill>
              <a:srgbClr val="A7A7A7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6" name="assignment-I043-to-J02">
            <a:extLst>
              <a:ext uri="{FF2B5EF4-FFF2-40B4-BE49-F238E27FC236}">
                <a16:creationId xmlns:a16="http://schemas.microsoft.com/office/drawing/2014/main" id="{7D058699-A9B0-4906-B114-B024C510FFBA}"/>
              </a:ext>
            </a:extLst>
          </p:cNvPr>
          <p:cNvSpPr>
            <a:spLocks noGrp="1"/>
          </p:cNvSpPr>
          <p:nvPr/>
        </p:nvSpPr>
        <p:spPr>
          <a:xfrm>
            <a:off x="3620302" y="4074770"/>
            <a:ext cx="153107" cy="83952"/>
          </a:xfrm>
          <a:custGeom>
            <a:avLst/>
            <a:gdLst/>
            <a:ahLst/>
            <a:cxnLst/>
            <a:rect l="0" t="0" r="0" b="0"/>
            <a:pathLst>
              <a:path w="153107" h="83952">
                <a:moveTo>
                  <a:pt x="0" y="83952"/>
                </a:moveTo>
                <a:lnTo>
                  <a:pt x="153107" y="0"/>
                </a:lnTo>
              </a:path>
            </a:pathLst>
          </a:custGeom>
          <a:noFill/>
          <a:ln w="6668">
            <a:solidFill>
              <a:srgbClr val="A7A7A7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7" name="assignment-I044-to-J05">
            <a:extLst>
              <a:ext uri="{FF2B5EF4-FFF2-40B4-BE49-F238E27FC236}">
                <a16:creationId xmlns:a16="http://schemas.microsoft.com/office/drawing/2014/main" id="{D9D976FE-90F6-4ED5-8EC4-0D1442326A2A}"/>
              </a:ext>
            </a:extLst>
          </p:cNvPr>
          <p:cNvSpPr>
            <a:spLocks noGrp="1"/>
          </p:cNvSpPr>
          <p:nvPr/>
        </p:nvSpPr>
        <p:spPr>
          <a:xfrm>
            <a:off x="3614564" y="3843146"/>
            <a:ext cx="75497" cy="12079"/>
          </a:xfrm>
          <a:custGeom>
            <a:avLst/>
            <a:gdLst/>
            <a:ahLst/>
            <a:cxnLst/>
            <a:rect l="0" t="0" r="0" b="0"/>
            <a:pathLst>
              <a:path w="75497" h="12079">
                <a:moveTo>
                  <a:pt x="0" y="12079"/>
                </a:moveTo>
                <a:lnTo>
                  <a:pt x="75497" y="0"/>
                </a:lnTo>
              </a:path>
            </a:pathLst>
          </a:custGeom>
          <a:noFill/>
          <a:ln w="6668">
            <a:solidFill>
              <a:srgbClr val="A7A7A7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8" name="assignment-I045-to-J05">
            <a:extLst>
              <a:ext uri="{FF2B5EF4-FFF2-40B4-BE49-F238E27FC236}">
                <a16:creationId xmlns:a16="http://schemas.microsoft.com/office/drawing/2014/main" id="{DF809C84-9D6C-42D1-BC79-884598FF67B2}"/>
              </a:ext>
            </a:extLst>
          </p:cNvPr>
          <p:cNvSpPr>
            <a:spLocks noGrp="1"/>
          </p:cNvSpPr>
          <p:nvPr/>
        </p:nvSpPr>
        <p:spPr>
          <a:xfrm>
            <a:off x="3629966" y="3687019"/>
            <a:ext cx="60095" cy="156127"/>
          </a:xfrm>
          <a:custGeom>
            <a:avLst/>
            <a:gdLst/>
            <a:ahLst/>
            <a:cxnLst/>
            <a:rect l="0" t="0" r="0" b="0"/>
            <a:pathLst>
              <a:path w="60095" h="156127">
                <a:moveTo>
                  <a:pt x="0" y="0"/>
                </a:moveTo>
                <a:lnTo>
                  <a:pt x="60095" y="156127"/>
                </a:lnTo>
              </a:path>
            </a:pathLst>
          </a:custGeom>
          <a:noFill/>
          <a:ln w="6668">
            <a:solidFill>
              <a:srgbClr val="A7A7A7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9" name="assignment-I046-to-J05">
            <a:extLst>
              <a:ext uri="{FF2B5EF4-FFF2-40B4-BE49-F238E27FC236}">
                <a16:creationId xmlns:a16="http://schemas.microsoft.com/office/drawing/2014/main" id="{E6EF2B39-5C01-43FA-B4FC-2659AA34001E}"/>
              </a:ext>
            </a:extLst>
          </p:cNvPr>
          <p:cNvSpPr>
            <a:spLocks noGrp="1"/>
          </p:cNvSpPr>
          <p:nvPr/>
        </p:nvSpPr>
        <p:spPr>
          <a:xfrm>
            <a:off x="3628456" y="3528174"/>
            <a:ext cx="61605" cy="314972"/>
          </a:xfrm>
          <a:custGeom>
            <a:avLst/>
            <a:gdLst/>
            <a:ahLst/>
            <a:cxnLst/>
            <a:rect l="0" t="0" r="0" b="0"/>
            <a:pathLst>
              <a:path w="61605" h="314972">
                <a:moveTo>
                  <a:pt x="0" y="0"/>
                </a:moveTo>
                <a:lnTo>
                  <a:pt x="61605" y="314972"/>
                </a:lnTo>
              </a:path>
            </a:pathLst>
          </a:custGeom>
          <a:noFill/>
          <a:ln w="6668">
            <a:solidFill>
              <a:srgbClr val="A7A7A7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0" name="assignment-I047-to-J08">
            <a:extLst>
              <a:ext uri="{FF2B5EF4-FFF2-40B4-BE49-F238E27FC236}">
                <a16:creationId xmlns:a16="http://schemas.microsoft.com/office/drawing/2014/main" id="{2E90CE75-D2E1-43EB-9C68-FED58FDD241B}"/>
              </a:ext>
            </a:extLst>
          </p:cNvPr>
          <p:cNvSpPr>
            <a:spLocks noGrp="1"/>
          </p:cNvSpPr>
          <p:nvPr/>
        </p:nvSpPr>
        <p:spPr>
          <a:xfrm>
            <a:off x="3607317" y="3075193"/>
            <a:ext cx="336715" cy="263635"/>
          </a:xfrm>
          <a:custGeom>
            <a:avLst/>
            <a:gdLst/>
            <a:ahLst/>
            <a:cxnLst/>
            <a:rect l="0" t="0" r="0" b="0"/>
            <a:pathLst>
              <a:path w="336715" h="263635">
                <a:moveTo>
                  <a:pt x="0" y="263635"/>
                </a:moveTo>
                <a:lnTo>
                  <a:pt x="336715" y="0"/>
                </a:lnTo>
              </a:path>
            </a:pathLst>
          </a:custGeom>
          <a:noFill/>
          <a:ln w="6668">
            <a:solidFill>
              <a:srgbClr val="A7A7A7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1" name="assignment-I048-to-J08">
            <a:extLst>
              <a:ext uri="{FF2B5EF4-FFF2-40B4-BE49-F238E27FC236}">
                <a16:creationId xmlns:a16="http://schemas.microsoft.com/office/drawing/2014/main" id="{9CC409F4-276B-4632-944F-43BF7F37B0A1}"/>
              </a:ext>
            </a:extLst>
          </p:cNvPr>
          <p:cNvSpPr>
            <a:spLocks noGrp="1"/>
          </p:cNvSpPr>
          <p:nvPr/>
        </p:nvSpPr>
        <p:spPr>
          <a:xfrm>
            <a:off x="3650501" y="3075193"/>
            <a:ext cx="293531" cy="98750"/>
          </a:xfrm>
          <a:custGeom>
            <a:avLst/>
            <a:gdLst/>
            <a:ahLst/>
            <a:cxnLst/>
            <a:rect l="0" t="0" r="0" b="0"/>
            <a:pathLst>
              <a:path w="293531" h="98750">
                <a:moveTo>
                  <a:pt x="0" y="98750"/>
                </a:moveTo>
                <a:lnTo>
                  <a:pt x="293531" y="0"/>
                </a:lnTo>
              </a:path>
            </a:pathLst>
          </a:custGeom>
          <a:noFill/>
          <a:ln w="6668">
            <a:solidFill>
              <a:srgbClr val="A7A7A7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2" name="assignment-I049-to-J08">
            <a:extLst>
              <a:ext uri="{FF2B5EF4-FFF2-40B4-BE49-F238E27FC236}">
                <a16:creationId xmlns:a16="http://schemas.microsoft.com/office/drawing/2014/main" id="{B5BD91B5-52A0-44B0-9E08-3493EC2CB81C}"/>
              </a:ext>
            </a:extLst>
          </p:cNvPr>
          <p:cNvSpPr>
            <a:spLocks noGrp="1"/>
          </p:cNvSpPr>
          <p:nvPr/>
        </p:nvSpPr>
        <p:spPr>
          <a:xfrm>
            <a:off x="3621812" y="2989127"/>
            <a:ext cx="322220" cy="86066"/>
          </a:xfrm>
          <a:custGeom>
            <a:avLst/>
            <a:gdLst/>
            <a:ahLst/>
            <a:cxnLst/>
            <a:rect l="0" t="0" r="0" b="0"/>
            <a:pathLst>
              <a:path w="322220" h="86066">
                <a:moveTo>
                  <a:pt x="0" y="0"/>
                </a:moveTo>
                <a:lnTo>
                  <a:pt x="322220" y="86066"/>
                </a:lnTo>
              </a:path>
            </a:pathLst>
          </a:custGeom>
          <a:noFill/>
          <a:ln w="6668">
            <a:solidFill>
              <a:srgbClr val="A7A7A7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3" name="assignment-I050-to-J08">
            <a:extLst>
              <a:ext uri="{FF2B5EF4-FFF2-40B4-BE49-F238E27FC236}">
                <a16:creationId xmlns:a16="http://schemas.microsoft.com/office/drawing/2014/main" id="{D59018E5-90FC-4174-BBAC-AB065B2BC10C}"/>
              </a:ext>
            </a:extLst>
          </p:cNvPr>
          <p:cNvSpPr>
            <a:spLocks noGrp="1"/>
          </p:cNvSpPr>
          <p:nvPr/>
        </p:nvSpPr>
        <p:spPr>
          <a:xfrm>
            <a:off x="3617282" y="2836020"/>
            <a:ext cx="326750" cy="239174"/>
          </a:xfrm>
          <a:custGeom>
            <a:avLst/>
            <a:gdLst/>
            <a:ahLst/>
            <a:cxnLst/>
            <a:rect l="0" t="0" r="0" b="0"/>
            <a:pathLst>
              <a:path w="326750" h="239174">
                <a:moveTo>
                  <a:pt x="0" y="0"/>
                </a:moveTo>
                <a:lnTo>
                  <a:pt x="326750" y="239174"/>
                </a:lnTo>
              </a:path>
            </a:pathLst>
          </a:custGeom>
          <a:noFill/>
          <a:ln w="6668">
            <a:solidFill>
              <a:srgbClr val="A7A7A7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4" name="assignment-I051-to-J08">
            <a:extLst>
              <a:ext uri="{FF2B5EF4-FFF2-40B4-BE49-F238E27FC236}">
                <a16:creationId xmlns:a16="http://schemas.microsoft.com/office/drawing/2014/main" id="{30DBF11A-82F1-4EE1-ABA4-A77F2EDB243B}"/>
              </a:ext>
            </a:extLst>
          </p:cNvPr>
          <p:cNvSpPr>
            <a:spLocks noGrp="1"/>
          </p:cNvSpPr>
          <p:nvPr/>
        </p:nvSpPr>
        <p:spPr>
          <a:xfrm>
            <a:off x="3610639" y="2655734"/>
            <a:ext cx="333394" cy="419460"/>
          </a:xfrm>
          <a:custGeom>
            <a:avLst/>
            <a:gdLst/>
            <a:ahLst/>
            <a:cxnLst/>
            <a:rect l="0" t="0" r="0" b="0"/>
            <a:pathLst>
              <a:path w="333394" h="419460">
                <a:moveTo>
                  <a:pt x="0" y="0"/>
                </a:moveTo>
                <a:lnTo>
                  <a:pt x="333394" y="419460"/>
                </a:lnTo>
              </a:path>
            </a:pathLst>
          </a:custGeom>
          <a:noFill/>
          <a:ln w="6668">
            <a:solidFill>
              <a:srgbClr val="A7A7A7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5" name="assignment-I052-to-J02">
            <a:extLst>
              <a:ext uri="{FF2B5EF4-FFF2-40B4-BE49-F238E27FC236}">
                <a16:creationId xmlns:a16="http://schemas.microsoft.com/office/drawing/2014/main" id="{A0F2E977-8575-41F2-A9C3-CBAF74FEBA7F}"/>
              </a:ext>
            </a:extLst>
          </p:cNvPr>
          <p:cNvSpPr>
            <a:spLocks noGrp="1"/>
          </p:cNvSpPr>
          <p:nvPr/>
        </p:nvSpPr>
        <p:spPr>
          <a:xfrm>
            <a:off x="3769484" y="4074770"/>
            <a:ext cx="3926" cy="254273"/>
          </a:xfrm>
          <a:custGeom>
            <a:avLst/>
            <a:gdLst/>
            <a:ahLst/>
            <a:cxnLst/>
            <a:rect l="0" t="0" r="0" b="0"/>
            <a:pathLst>
              <a:path w="3926" h="254273">
                <a:moveTo>
                  <a:pt x="0" y="254273"/>
                </a:moveTo>
                <a:lnTo>
                  <a:pt x="3926" y="0"/>
                </a:lnTo>
              </a:path>
            </a:pathLst>
          </a:custGeom>
          <a:noFill/>
          <a:ln w="6668">
            <a:solidFill>
              <a:srgbClr val="A7A7A7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6" name="assignment-I053-to-J02">
            <a:extLst>
              <a:ext uri="{FF2B5EF4-FFF2-40B4-BE49-F238E27FC236}">
                <a16:creationId xmlns:a16="http://schemas.microsoft.com/office/drawing/2014/main" id="{E494AEC1-6376-4C79-88B6-75CFA26BACEC}"/>
              </a:ext>
            </a:extLst>
          </p:cNvPr>
          <p:cNvSpPr>
            <a:spLocks noGrp="1"/>
          </p:cNvSpPr>
          <p:nvPr/>
        </p:nvSpPr>
        <p:spPr>
          <a:xfrm>
            <a:off x="3773410" y="4074770"/>
            <a:ext cx="1208" cy="92710"/>
          </a:xfrm>
          <a:custGeom>
            <a:avLst/>
            <a:gdLst/>
            <a:ahLst/>
            <a:cxnLst/>
            <a:rect l="0" t="0" r="0" b="0"/>
            <a:pathLst>
              <a:path w="1208" h="92710">
                <a:moveTo>
                  <a:pt x="1208" y="92710"/>
                </a:moveTo>
                <a:lnTo>
                  <a:pt x="0" y="0"/>
                </a:lnTo>
              </a:path>
            </a:pathLst>
          </a:custGeom>
          <a:noFill/>
          <a:ln w="6668">
            <a:solidFill>
              <a:srgbClr val="A7A7A7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7" name="assignment-I054-to-J07">
            <a:extLst>
              <a:ext uri="{FF2B5EF4-FFF2-40B4-BE49-F238E27FC236}">
                <a16:creationId xmlns:a16="http://schemas.microsoft.com/office/drawing/2014/main" id="{7A3D5EB1-DF8E-4E03-8E15-CC3B169077AB}"/>
              </a:ext>
            </a:extLst>
          </p:cNvPr>
          <p:cNvSpPr>
            <a:spLocks noGrp="1"/>
          </p:cNvSpPr>
          <p:nvPr/>
        </p:nvSpPr>
        <p:spPr>
          <a:xfrm>
            <a:off x="3726300" y="3984174"/>
            <a:ext cx="35030" cy="22951"/>
          </a:xfrm>
          <a:custGeom>
            <a:avLst/>
            <a:gdLst/>
            <a:ahLst/>
            <a:cxnLst/>
            <a:rect l="0" t="0" r="0" b="0"/>
            <a:pathLst>
              <a:path w="35030" h="22951">
                <a:moveTo>
                  <a:pt x="35030" y="22951"/>
                </a:moveTo>
                <a:lnTo>
                  <a:pt x="0" y="0"/>
                </a:lnTo>
              </a:path>
            </a:pathLst>
          </a:custGeom>
          <a:noFill/>
          <a:ln w="6668">
            <a:solidFill>
              <a:srgbClr val="A7A7A7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8" name="assignment-I055-to-J05">
            <a:extLst>
              <a:ext uri="{FF2B5EF4-FFF2-40B4-BE49-F238E27FC236}">
                <a16:creationId xmlns:a16="http://schemas.microsoft.com/office/drawing/2014/main" id="{7CC23F6B-F8D1-47D8-A8D5-84C51E2FD383}"/>
              </a:ext>
            </a:extLst>
          </p:cNvPr>
          <p:cNvSpPr>
            <a:spLocks noGrp="1"/>
          </p:cNvSpPr>
          <p:nvPr/>
        </p:nvSpPr>
        <p:spPr>
          <a:xfrm>
            <a:off x="3690061" y="3831067"/>
            <a:ext cx="61001" cy="12079"/>
          </a:xfrm>
          <a:custGeom>
            <a:avLst/>
            <a:gdLst/>
            <a:ahLst/>
            <a:cxnLst/>
            <a:rect l="0" t="0" r="0" b="0"/>
            <a:pathLst>
              <a:path w="61001" h="12079">
                <a:moveTo>
                  <a:pt x="61001" y="0"/>
                </a:moveTo>
                <a:lnTo>
                  <a:pt x="0" y="12079"/>
                </a:lnTo>
              </a:path>
            </a:pathLst>
          </a:custGeom>
          <a:noFill/>
          <a:ln w="6668">
            <a:solidFill>
              <a:srgbClr val="A7A7A7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9" name="assignment-I056-to-J05">
            <a:extLst>
              <a:ext uri="{FF2B5EF4-FFF2-40B4-BE49-F238E27FC236}">
                <a16:creationId xmlns:a16="http://schemas.microsoft.com/office/drawing/2014/main" id="{239024FA-ED2A-4DCB-8D4A-9F2C1E687AA1}"/>
              </a:ext>
            </a:extLst>
          </p:cNvPr>
          <p:cNvSpPr>
            <a:spLocks noGrp="1"/>
          </p:cNvSpPr>
          <p:nvPr/>
        </p:nvSpPr>
        <p:spPr>
          <a:xfrm>
            <a:off x="3690061" y="3668296"/>
            <a:ext cx="101468" cy="174850"/>
          </a:xfrm>
          <a:custGeom>
            <a:avLst/>
            <a:gdLst/>
            <a:ahLst/>
            <a:cxnLst/>
            <a:rect l="0" t="0" r="0" b="0"/>
            <a:pathLst>
              <a:path w="101468" h="174850">
                <a:moveTo>
                  <a:pt x="101468" y="0"/>
                </a:moveTo>
                <a:lnTo>
                  <a:pt x="0" y="174850"/>
                </a:lnTo>
              </a:path>
            </a:pathLst>
          </a:custGeom>
          <a:noFill/>
          <a:ln w="6668">
            <a:solidFill>
              <a:srgbClr val="A7A7A7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0" name="assignment-I057-to-J05">
            <a:extLst>
              <a:ext uri="{FF2B5EF4-FFF2-40B4-BE49-F238E27FC236}">
                <a16:creationId xmlns:a16="http://schemas.microsoft.com/office/drawing/2014/main" id="{32E89C9F-8292-4B4A-BCEE-8DA5001D3A99}"/>
              </a:ext>
            </a:extLst>
          </p:cNvPr>
          <p:cNvSpPr>
            <a:spLocks noGrp="1"/>
          </p:cNvSpPr>
          <p:nvPr/>
        </p:nvSpPr>
        <p:spPr>
          <a:xfrm>
            <a:off x="3690061" y="3492841"/>
            <a:ext cx="61907" cy="350305"/>
          </a:xfrm>
          <a:custGeom>
            <a:avLst/>
            <a:gdLst/>
            <a:ahLst/>
            <a:cxnLst/>
            <a:rect l="0" t="0" r="0" b="0"/>
            <a:pathLst>
              <a:path w="61907" h="350305">
                <a:moveTo>
                  <a:pt x="61907" y="0"/>
                </a:moveTo>
                <a:lnTo>
                  <a:pt x="0" y="350305"/>
                </a:lnTo>
              </a:path>
            </a:pathLst>
          </a:custGeom>
          <a:noFill/>
          <a:ln w="6668">
            <a:solidFill>
              <a:srgbClr val="A7A7A7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1" name="assignment-I058-to-J08">
            <a:extLst>
              <a:ext uri="{FF2B5EF4-FFF2-40B4-BE49-F238E27FC236}">
                <a16:creationId xmlns:a16="http://schemas.microsoft.com/office/drawing/2014/main" id="{50B33F41-34A2-4314-A956-66C01FC01700}"/>
              </a:ext>
            </a:extLst>
          </p:cNvPr>
          <p:cNvSpPr>
            <a:spLocks noGrp="1"/>
          </p:cNvSpPr>
          <p:nvPr/>
        </p:nvSpPr>
        <p:spPr>
          <a:xfrm>
            <a:off x="3770692" y="3075193"/>
            <a:ext cx="173340" cy="251857"/>
          </a:xfrm>
          <a:custGeom>
            <a:avLst/>
            <a:gdLst/>
            <a:ahLst/>
            <a:cxnLst/>
            <a:rect l="0" t="0" r="0" b="0"/>
            <a:pathLst>
              <a:path w="173340" h="251857">
                <a:moveTo>
                  <a:pt x="0" y="251857"/>
                </a:moveTo>
                <a:lnTo>
                  <a:pt x="173340" y="0"/>
                </a:lnTo>
              </a:path>
            </a:pathLst>
          </a:custGeom>
          <a:noFill/>
          <a:ln w="6668">
            <a:solidFill>
              <a:srgbClr val="A7A7A7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2" name="assignment-I059-to-J08">
            <a:extLst>
              <a:ext uri="{FF2B5EF4-FFF2-40B4-BE49-F238E27FC236}">
                <a16:creationId xmlns:a16="http://schemas.microsoft.com/office/drawing/2014/main" id="{0B95A6AF-81BB-41E1-9F3B-C772D66317D8}"/>
              </a:ext>
            </a:extLst>
          </p:cNvPr>
          <p:cNvSpPr>
            <a:spLocks noGrp="1"/>
          </p:cNvSpPr>
          <p:nvPr/>
        </p:nvSpPr>
        <p:spPr>
          <a:xfrm>
            <a:off x="3745627" y="3075193"/>
            <a:ext cx="198405" cy="86972"/>
          </a:xfrm>
          <a:custGeom>
            <a:avLst/>
            <a:gdLst/>
            <a:ahLst/>
            <a:cxnLst/>
            <a:rect l="0" t="0" r="0" b="0"/>
            <a:pathLst>
              <a:path w="198405" h="86972">
                <a:moveTo>
                  <a:pt x="0" y="86972"/>
                </a:moveTo>
                <a:lnTo>
                  <a:pt x="198405" y="0"/>
                </a:lnTo>
              </a:path>
            </a:pathLst>
          </a:custGeom>
          <a:noFill/>
          <a:ln w="6668">
            <a:solidFill>
              <a:srgbClr val="A7A7A7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3" name="assignment-I060-to-J08">
            <a:extLst>
              <a:ext uri="{FF2B5EF4-FFF2-40B4-BE49-F238E27FC236}">
                <a16:creationId xmlns:a16="http://schemas.microsoft.com/office/drawing/2014/main" id="{81841533-FEA6-451C-9E68-704346A0D1B5}"/>
              </a:ext>
            </a:extLst>
          </p:cNvPr>
          <p:cNvSpPr>
            <a:spLocks noGrp="1"/>
          </p:cNvSpPr>
          <p:nvPr/>
        </p:nvSpPr>
        <p:spPr>
          <a:xfrm>
            <a:off x="3767974" y="2993959"/>
            <a:ext cx="176058" cy="81234"/>
          </a:xfrm>
          <a:custGeom>
            <a:avLst/>
            <a:gdLst/>
            <a:ahLst/>
            <a:cxnLst/>
            <a:rect l="0" t="0" r="0" b="0"/>
            <a:pathLst>
              <a:path w="176058" h="81234">
                <a:moveTo>
                  <a:pt x="0" y="0"/>
                </a:moveTo>
                <a:lnTo>
                  <a:pt x="176058" y="81234"/>
                </a:lnTo>
              </a:path>
            </a:pathLst>
          </a:custGeom>
          <a:noFill/>
          <a:ln w="6668">
            <a:solidFill>
              <a:srgbClr val="A7A7A7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4" name="assignment-I061-to-J08">
            <a:extLst>
              <a:ext uri="{FF2B5EF4-FFF2-40B4-BE49-F238E27FC236}">
                <a16:creationId xmlns:a16="http://schemas.microsoft.com/office/drawing/2014/main" id="{46B90F8D-1F24-4565-84A4-23A8F727FFC2}"/>
              </a:ext>
            </a:extLst>
          </p:cNvPr>
          <p:cNvSpPr>
            <a:spLocks noGrp="1"/>
          </p:cNvSpPr>
          <p:nvPr/>
        </p:nvSpPr>
        <p:spPr>
          <a:xfrm>
            <a:off x="3766162" y="2835114"/>
            <a:ext cx="177870" cy="240080"/>
          </a:xfrm>
          <a:custGeom>
            <a:avLst/>
            <a:gdLst/>
            <a:ahLst/>
            <a:cxnLst/>
            <a:rect l="0" t="0" r="0" b="0"/>
            <a:pathLst>
              <a:path w="177870" h="240080">
                <a:moveTo>
                  <a:pt x="0" y="0"/>
                </a:moveTo>
                <a:lnTo>
                  <a:pt x="177870" y="240080"/>
                </a:lnTo>
              </a:path>
            </a:pathLst>
          </a:custGeom>
          <a:noFill/>
          <a:ln w="6668">
            <a:solidFill>
              <a:srgbClr val="A7A7A7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5" name="assignment-I062-to-J08">
            <a:extLst>
              <a:ext uri="{FF2B5EF4-FFF2-40B4-BE49-F238E27FC236}">
                <a16:creationId xmlns:a16="http://schemas.microsoft.com/office/drawing/2014/main" id="{EFC94483-5A5B-4BEE-A649-9C1EE870036B}"/>
              </a:ext>
            </a:extLst>
          </p:cNvPr>
          <p:cNvSpPr>
            <a:spLocks noGrp="1"/>
          </p:cNvSpPr>
          <p:nvPr/>
        </p:nvSpPr>
        <p:spPr>
          <a:xfrm>
            <a:off x="3753780" y="2658451"/>
            <a:ext cx="190252" cy="416742"/>
          </a:xfrm>
          <a:custGeom>
            <a:avLst/>
            <a:gdLst/>
            <a:ahLst/>
            <a:cxnLst/>
            <a:rect l="0" t="0" r="0" b="0"/>
            <a:pathLst>
              <a:path w="190252" h="416742">
                <a:moveTo>
                  <a:pt x="0" y="0"/>
                </a:moveTo>
                <a:lnTo>
                  <a:pt x="190252" y="416742"/>
                </a:lnTo>
              </a:path>
            </a:pathLst>
          </a:custGeom>
          <a:noFill/>
          <a:ln w="6668">
            <a:solidFill>
              <a:srgbClr val="A7A7A7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6" name="assignment-I063-to-J02">
            <a:extLst>
              <a:ext uri="{FF2B5EF4-FFF2-40B4-BE49-F238E27FC236}">
                <a16:creationId xmlns:a16="http://schemas.microsoft.com/office/drawing/2014/main" id="{CA887012-C3AB-48B4-87FC-50EE1FFA5997}"/>
              </a:ext>
            </a:extLst>
          </p:cNvPr>
          <p:cNvSpPr>
            <a:spLocks noGrp="1"/>
          </p:cNvSpPr>
          <p:nvPr/>
        </p:nvSpPr>
        <p:spPr>
          <a:xfrm>
            <a:off x="3773410" y="4074770"/>
            <a:ext cx="196291" cy="757383"/>
          </a:xfrm>
          <a:custGeom>
            <a:avLst/>
            <a:gdLst/>
            <a:ahLst/>
            <a:cxnLst/>
            <a:rect l="0" t="0" r="0" b="0"/>
            <a:pathLst>
              <a:path w="196291" h="757383">
                <a:moveTo>
                  <a:pt x="196291" y="757383"/>
                </a:moveTo>
                <a:lnTo>
                  <a:pt x="0" y="0"/>
                </a:lnTo>
              </a:path>
            </a:pathLst>
          </a:custGeom>
          <a:noFill/>
          <a:ln w="6668">
            <a:solidFill>
              <a:srgbClr val="A7A7A7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7" name="assignment-I064-to-J02">
            <a:extLst>
              <a:ext uri="{FF2B5EF4-FFF2-40B4-BE49-F238E27FC236}">
                <a16:creationId xmlns:a16="http://schemas.microsoft.com/office/drawing/2014/main" id="{BEC4CDD8-75D3-4A07-8214-77EB996B29C9}"/>
              </a:ext>
            </a:extLst>
          </p:cNvPr>
          <p:cNvSpPr>
            <a:spLocks noGrp="1"/>
          </p:cNvSpPr>
          <p:nvPr/>
        </p:nvSpPr>
        <p:spPr>
          <a:xfrm>
            <a:off x="3773410" y="4074770"/>
            <a:ext cx="177870" cy="580721"/>
          </a:xfrm>
          <a:custGeom>
            <a:avLst/>
            <a:gdLst/>
            <a:ahLst/>
            <a:cxnLst/>
            <a:rect l="0" t="0" r="0" b="0"/>
            <a:pathLst>
              <a:path w="177870" h="580721">
                <a:moveTo>
                  <a:pt x="177870" y="580721"/>
                </a:moveTo>
                <a:lnTo>
                  <a:pt x="0" y="0"/>
                </a:lnTo>
              </a:path>
            </a:pathLst>
          </a:custGeom>
          <a:noFill/>
          <a:ln w="6668">
            <a:solidFill>
              <a:srgbClr val="A7A7A7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8" name="assignment-I065-to-J02">
            <a:extLst>
              <a:ext uri="{FF2B5EF4-FFF2-40B4-BE49-F238E27FC236}">
                <a16:creationId xmlns:a16="http://schemas.microsoft.com/office/drawing/2014/main" id="{2AAC2380-A301-4E07-9BD6-02D6F908BEBE}"/>
              </a:ext>
            </a:extLst>
          </p:cNvPr>
          <p:cNvSpPr>
            <a:spLocks noGrp="1"/>
          </p:cNvSpPr>
          <p:nvPr/>
        </p:nvSpPr>
        <p:spPr>
          <a:xfrm>
            <a:off x="3773410" y="4074770"/>
            <a:ext cx="136800" cy="224980"/>
          </a:xfrm>
          <a:custGeom>
            <a:avLst/>
            <a:gdLst/>
            <a:ahLst/>
            <a:cxnLst/>
            <a:rect l="0" t="0" r="0" b="0"/>
            <a:pathLst>
              <a:path w="136800" h="224980">
                <a:moveTo>
                  <a:pt x="136800" y="224980"/>
                </a:moveTo>
                <a:lnTo>
                  <a:pt x="0" y="0"/>
                </a:lnTo>
              </a:path>
            </a:pathLst>
          </a:custGeom>
          <a:noFill/>
          <a:ln w="6668">
            <a:solidFill>
              <a:srgbClr val="A7A7A7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9" name="assignment-I066-to-J02">
            <a:extLst>
              <a:ext uri="{FF2B5EF4-FFF2-40B4-BE49-F238E27FC236}">
                <a16:creationId xmlns:a16="http://schemas.microsoft.com/office/drawing/2014/main" id="{E4D118E1-0A8B-4FF9-A475-E8F204D786BF}"/>
              </a:ext>
            </a:extLst>
          </p:cNvPr>
          <p:cNvSpPr>
            <a:spLocks noGrp="1"/>
          </p:cNvSpPr>
          <p:nvPr/>
        </p:nvSpPr>
        <p:spPr>
          <a:xfrm>
            <a:off x="3773410" y="4074770"/>
            <a:ext cx="163073" cy="56170"/>
          </a:xfrm>
          <a:custGeom>
            <a:avLst/>
            <a:gdLst/>
            <a:ahLst/>
            <a:cxnLst/>
            <a:rect l="0" t="0" r="0" b="0"/>
            <a:pathLst>
              <a:path w="163073" h="56170">
                <a:moveTo>
                  <a:pt x="163073" y="56170"/>
                </a:moveTo>
                <a:lnTo>
                  <a:pt x="0" y="0"/>
                </a:lnTo>
              </a:path>
            </a:pathLst>
          </a:custGeom>
          <a:noFill/>
          <a:ln w="6668">
            <a:solidFill>
              <a:srgbClr val="A7A7A7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0" name="assignment-I067-to-J02">
            <a:extLst>
              <a:ext uri="{FF2B5EF4-FFF2-40B4-BE49-F238E27FC236}">
                <a16:creationId xmlns:a16="http://schemas.microsoft.com/office/drawing/2014/main" id="{7B7AFD84-1719-4B39-959B-AD5E75C19DEF}"/>
              </a:ext>
            </a:extLst>
          </p:cNvPr>
          <p:cNvSpPr>
            <a:spLocks noGrp="1"/>
          </p:cNvSpPr>
          <p:nvPr/>
        </p:nvSpPr>
        <p:spPr>
          <a:xfrm>
            <a:off x="3773410" y="4005313"/>
            <a:ext cx="154013" cy="69457"/>
          </a:xfrm>
          <a:custGeom>
            <a:avLst/>
            <a:gdLst/>
            <a:ahLst/>
            <a:cxnLst/>
            <a:rect l="0" t="0" r="0" b="0"/>
            <a:pathLst>
              <a:path w="154013" h="69457">
                <a:moveTo>
                  <a:pt x="154013" y="0"/>
                </a:moveTo>
                <a:lnTo>
                  <a:pt x="0" y="69457"/>
                </a:lnTo>
              </a:path>
            </a:pathLst>
          </a:custGeom>
          <a:noFill/>
          <a:ln w="6668">
            <a:solidFill>
              <a:srgbClr val="A7A7A7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1" name="assignment-I068-to-J05">
            <a:extLst>
              <a:ext uri="{FF2B5EF4-FFF2-40B4-BE49-F238E27FC236}">
                <a16:creationId xmlns:a16="http://schemas.microsoft.com/office/drawing/2014/main" id="{7E2F3084-C066-46E8-9EED-692EBB089C48}"/>
              </a:ext>
            </a:extLst>
          </p:cNvPr>
          <p:cNvSpPr>
            <a:spLocks noGrp="1"/>
          </p:cNvSpPr>
          <p:nvPr/>
        </p:nvSpPr>
        <p:spPr>
          <a:xfrm>
            <a:off x="3690061" y="3674034"/>
            <a:ext cx="237664" cy="169113"/>
          </a:xfrm>
          <a:custGeom>
            <a:avLst/>
            <a:gdLst/>
            <a:ahLst/>
            <a:cxnLst/>
            <a:rect l="0" t="0" r="0" b="0"/>
            <a:pathLst>
              <a:path w="237664" h="169113">
                <a:moveTo>
                  <a:pt x="237664" y="0"/>
                </a:moveTo>
                <a:lnTo>
                  <a:pt x="0" y="169113"/>
                </a:lnTo>
              </a:path>
            </a:pathLst>
          </a:custGeom>
          <a:noFill/>
          <a:ln w="6668">
            <a:solidFill>
              <a:srgbClr val="A7A7A7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2" name="assignment-I069-to-J01">
            <a:extLst>
              <a:ext uri="{FF2B5EF4-FFF2-40B4-BE49-F238E27FC236}">
                <a16:creationId xmlns:a16="http://schemas.microsoft.com/office/drawing/2014/main" id="{BD100F64-F7FB-4EAE-8E1C-73D4CA60E761}"/>
              </a:ext>
            </a:extLst>
          </p:cNvPr>
          <p:cNvSpPr>
            <a:spLocks noGrp="1"/>
          </p:cNvSpPr>
          <p:nvPr/>
        </p:nvSpPr>
        <p:spPr>
          <a:xfrm>
            <a:off x="3918363" y="3477138"/>
            <a:ext cx="242797" cy="31407"/>
          </a:xfrm>
          <a:custGeom>
            <a:avLst/>
            <a:gdLst/>
            <a:ahLst/>
            <a:cxnLst/>
            <a:rect l="0" t="0" r="0" b="0"/>
            <a:pathLst>
              <a:path w="242797" h="31407">
                <a:moveTo>
                  <a:pt x="0" y="31407"/>
                </a:moveTo>
                <a:lnTo>
                  <a:pt x="242797" y="0"/>
                </a:lnTo>
              </a:path>
            </a:pathLst>
          </a:custGeom>
          <a:noFill/>
          <a:ln w="6668">
            <a:solidFill>
              <a:srgbClr val="A7A7A7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3" name="assignment-I070-to-J08">
            <a:extLst>
              <a:ext uri="{FF2B5EF4-FFF2-40B4-BE49-F238E27FC236}">
                <a16:creationId xmlns:a16="http://schemas.microsoft.com/office/drawing/2014/main" id="{FF2AE4C8-6674-4A20-8766-791E95A6723A}"/>
              </a:ext>
            </a:extLst>
          </p:cNvPr>
          <p:cNvSpPr>
            <a:spLocks noGrp="1"/>
          </p:cNvSpPr>
          <p:nvPr/>
        </p:nvSpPr>
        <p:spPr>
          <a:xfrm>
            <a:off x="3939200" y="3075193"/>
            <a:ext cx="4832" cy="252159"/>
          </a:xfrm>
          <a:custGeom>
            <a:avLst/>
            <a:gdLst/>
            <a:ahLst/>
            <a:cxnLst/>
            <a:rect l="0" t="0" r="0" b="0"/>
            <a:pathLst>
              <a:path w="4832" h="252159">
                <a:moveTo>
                  <a:pt x="0" y="252159"/>
                </a:moveTo>
                <a:lnTo>
                  <a:pt x="4832" y="0"/>
                </a:lnTo>
              </a:path>
            </a:pathLst>
          </a:custGeom>
          <a:noFill/>
          <a:ln w="6668">
            <a:solidFill>
              <a:srgbClr val="A7A7A7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4" name="assignment-I071-to-J08">
            <a:extLst>
              <a:ext uri="{FF2B5EF4-FFF2-40B4-BE49-F238E27FC236}">
                <a16:creationId xmlns:a16="http://schemas.microsoft.com/office/drawing/2014/main" id="{A8B109CF-6E76-4F44-9FA4-B79449A5E10F}"/>
              </a:ext>
            </a:extLst>
          </p:cNvPr>
          <p:cNvSpPr>
            <a:spLocks noGrp="1"/>
          </p:cNvSpPr>
          <p:nvPr/>
        </p:nvSpPr>
        <p:spPr>
          <a:xfrm>
            <a:off x="3927121" y="3075193"/>
            <a:ext cx="16911" cy="88180"/>
          </a:xfrm>
          <a:custGeom>
            <a:avLst/>
            <a:gdLst/>
            <a:ahLst/>
            <a:cxnLst/>
            <a:rect l="0" t="0" r="0" b="0"/>
            <a:pathLst>
              <a:path w="16911" h="88180">
                <a:moveTo>
                  <a:pt x="0" y="88180"/>
                </a:moveTo>
                <a:lnTo>
                  <a:pt x="16911" y="0"/>
                </a:lnTo>
              </a:path>
            </a:pathLst>
          </a:custGeom>
          <a:noFill/>
          <a:ln w="6668">
            <a:solidFill>
              <a:srgbClr val="A7A7A7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5" name="assignment-I072-to-J08">
            <a:extLst>
              <a:ext uri="{FF2B5EF4-FFF2-40B4-BE49-F238E27FC236}">
                <a16:creationId xmlns:a16="http://schemas.microsoft.com/office/drawing/2014/main" id="{6855DBCD-A808-457A-9230-CDDA630AD271}"/>
              </a:ext>
            </a:extLst>
          </p:cNvPr>
          <p:cNvSpPr>
            <a:spLocks noGrp="1"/>
          </p:cNvSpPr>
          <p:nvPr/>
        </p:nvSpPr>
        <p:spPr>
          <a:xfrm>
            <a:off x="3937389" y="2999999"/>
            <a:ext cx="6644" cy="75195"/>
          </a:xfrm>
          <a:custGeom>
            <a:avLst/>
            <a:gdLst/>
            <a:ahLst/>
            <a:cxnLst/>
            <a:rect l="0" t="0" r="0" b="0"/>
            <a:pathLst>
              <a:path w="6644" h="75195">
                <a:moveTo>
                  <a:pt x="0" y="0"/>
                </a:moveTo>
                <a:lnTo>
                  <a:pt x="6644" y="75195"/>
                </a:lnTo>
              </a:path>
            </a:pathLst>
          </a:custGeom>
          <a:noFill/>
          <a:ln w="6668">
            <a:solidFill>
              <a:srgbClr val="A7A7A7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6" name="assignment-I073-to-J08">
            <a:extLst>
              <a:ext uri="{FF2B5EF4-FFF2-40B4-BE49-F238E27FC236}">
                <a16:creationId xmlns:a16="http://schemas.microsoft.com/office/drawing/2014/main" id="{6A86EB90-98D0-474D-A929-DD5AC954E1BD}"/>
              </a:ext>
            </a:extLst>
          </p:cNvPr>
          <p:cNvSpPr>
            <a:spLocks noGrp="1"/>
          </p:cNvSpPr>
          <p:nvPr/>
        </p:nvSpPr>
        <p:spPr>
          <a:xfrm>
            <a:off x="3927423" y="2838738"/>
            <a:ext cx="16609" cy="236456"/>
          </a:xfrm>
          <a:custGeom>
            <a:avLst/>
            <a:gdLst/>
            <a:ahLst/>
            <a:cxnLst/>
            <a:rect l="0" t="0" r="0" b="0"/>
            <a:pathLst>
              <a:path w="16609" h="236456">
                <a:moveTo>
                  <a:pt x="0" y="0"/>
                </a:moveTo>
                <a:lnTo>
                  <a:pt x="16609" y="236456"/>
                </a:lnTo>
              </a:path>
            </a:pathLst>
          </a:custGeom>
          <a:noFill/>
          <a:ln w="6668">
            <a:solidFill>
              <a:srgbClr val="A7A7A7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7" name="assignment-I074-to-J08">
            <a:extLst>
              <a:ext uri="{FF2B5EF4-FFF2-40B4-BE49-F238E27FC236}">
                <a16:creationId xmlns:a16="http://schemas.microsoft.com/office/drawing/2014/main" id="{E06339FC-C149-46F3-BF5C-38B963639026}"/>
              </a:ext>
            </a:extLst>
          </p:cNvPr>
          <p:cNvSpPr>
            <a:spLocks noGrp="1"/>
          </p:cNvSpPr>
          <p:nvPr/>
        </p:nvSpPr>
        <p:spPr>
          <a:xfrm>
            <a:off x="3905982" y="2657244"/>
            <a:ext cx="38050" cy="417950"/>
          </a:xfrm>
          <a:custGeom>
            <a:avLst/>
            <a:gdLst/>
            <a:ahLst/>
            <a:cxnLst/>
            <a:rect l="0" t="0" r="0" b="0"/>
            <a:pathLst>
              <a:path w="38050" h="417950">
                <a:moveTo>
                  <a:pt x="0" y="0"/>
                </a:moveTo>
                <a:lnTo>
                  <a:pt x="38050" y="417950"/>
                </a:lnTo>
              </a:path>
            </a:pathLst>
          </a:custGeom>
          <a:noFill/>
          <a:ln w="6668">
            <a:solidFill>
              <a:srgbClr val="A7A7A7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8" name="assignment-I075-to-J02">
            <a:extLst>
              <a:ext uri="{FF2B5EF4-FFF2-40B4-BE49-F238E27FC236}">
                <a16:creationId xmlns:a16="http://schemas.microsoft.com/office/drawing/2014/main" id="{88ACB3A4-3370-4817-AF41-67CD404EA18A}"/>
              </a:ext>
            </a:extLst>
          </p:cNvPr>
          <p:cNvSpPr>
            <a:spLocks noGrp="1"/>
          </p:cNvSpPr>
          <p:nvPr/>
        </p:nvSpPr>
        <p:spPr>
          <a:xfrm>
            <a:off x="3773410" y="4074770"/>
            <a:ext cx="300175" cy="758289"/>
          </a:xfrm>
          <a:custGeom>
            <a:avLst/>
            <a:gdLst/>
            <a:ahLst/>
            <a:cxnLst/>
            <a:rect l="0" t="0" r="0" b="0"/>
            <a:pathLst>
              <a:path w="300175" h="758289">
                <a:moveTo>
                  <a:pt x="300175" y="758289"/>
                </a:moveTo>
                <a:lnTo>
                  <a:pt x="0" y="0"/>
                </a:lnTo>
              </a:path>
            </a:pathLst>
          </a:custGeom>
          <a:noFill/>
          <a:ln w="6668">
            <a:solidFill>
              <a:srgbClr val="A7A7A7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9" name="assignment-I076-to-J03">
            <a:extLst>
              <a:ext uri="{FF2B5EF4-FFF2-40B4-BE49-F238E27FC236}">
                <a16:creationId xmlns:a16="http://schemas.microsoft.com/office/drawing/2014/main" id="{26DCCCAC-B3C6-469A-8D03-F3DE0A87E113}"/>
              </a:ext>
            </a:extLst>
          </p:cNvPr>
          <p:cNvSpPr>
            <a:spLocks noGrp="1"/>
          </p:cNvSpPr>
          <p:nvPr/>
        </p:nvSpPr>
        <p:spPr>
          <a:xfrm>
            <a:off x="4089892" y="3980248"/>
            <a:ext cx="64021" cy="181796"/>
          </a:xfrm>
          <a:custGeom>
            <a:avLst/>
            <a:gdLst/>
            <a:ahLst/>
            <a:cxnLst/>
            <a:rect l="0" t="0" r="0" b="0"/>
            <a:pathLst>
              <a:path w="64021" h="181796">
                <a:moveTo>
                  <a:pt x="0" y="181796"/>
                </a:moveTo>
                <a:lnTo>
                  <a:pt x="64021" y="0"/>
                </a:lnTo>
              </a:path>
            </a:pathLst>
          </a:custGeom>
          <a:noFill/>
          <a:ln w="6668">
            <a:solidFill>
              <a:srgbClr val="A7A7A7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0" name="assignment-I077-to-J01">
            <a:extLst>
              <a:ext uri="{FF2B5EF4-FFF2-40B4-BE49-F238E27FC236}">
                <a16:creationId xmlns:a16="http://schemas.microsoft.com/office/drawing/2014/main" id="{A9A203FD-164F-4D4D-8FAC-407DD7CDE5B4}"/>
              </a:ext>
            </a:extLst>
          </p:cNvPr>
          <p:cNvSpPr>
            <a:spLocks noGrp="1"/>
          </p:cNvSpPr>
          <p:nvPr/>
        </p:nvSpPr>
        <p:spPr>
          <a:xfrm>
            <a:off x="4110125" y="3477138"/>
            <a:ext cx="51036" cy="182400"/>
          </a:xfrm>
          <a:custGeom>
            <a:avLst/>
            <a:gdLst/>
            <a:ahLst/>
            <a:cxnLst/>
            <a:rect l="0" t="0" r="0" b="0"/>
            <a:pathLst>
              <a:path w="51036" h="182400">
                <a:moveTo>
                  <a:pt x="0" y="182400"/>
                </a:moveTo>
                <a:lnTo>
                  <a:pt x="51036" y="0"/>
                </a:lnTo>
              </a:path>
            </a:pathLst>
          </a:custGeom>
          <a:noFill/>
          <a:ln w="6668">
            <a:solidFill>
              <a:srgbClr val="A7A7A7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1" name="assignment-I078-to-J01">
            <a:extLst>
              <a:ext uri="{FF2B5EF4-FFF2-40B4-BE49-F238E27FC236}">
                <a16:creationId xmlns:a16="http://schemas.microsoft.com/office/drawing/2014/main" id="{B54B5F9B-713F-438A-BF27-CE4B615DC944}"/>
              </a:ext>
            </a:extLst>
          </p:cNvPr>
          <p:cNvSpPr>
            <a:spLocks noGrp="1"/>
          </p:cNvSpPr>
          <p:nvPr/>
        </p:nvSpPr>
        <p:spPr>
          <a:xfrm>
            <a:off x="4099254" y="3477138"/>
            <a:ext cx="61907" cy="95"/>
          </a:xfrm>
          <a:custGeom>
            <a:avLst/>
            <a:gdLst/>
            <a:ahLst/>
            <a:cxnLst/>
            <a:rect l="0" t="0" r="0" b="0"/>
            <a:pathLst>
              <a:path w="61907" h="95">
                <a:moveTo>
                  <a:pt x="0" y="0"/>
                </a:moveTo>
                <a:lnTo>
                  <a:pt x="61907" y="0"/>
                </a:lnTo>
              </a:path>
            </a:pathLst>
          </a:custGeom>
          <a:noFill/>
          <a:ln w="6668">
            <a:solidFill>
              <a:srgbClr val="A7A7A7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2" name="assignment-I079-to-J01">
            <a:extLst>
              <a:ext uri="{FF2B5EF4-FFF2-40B4-BE49-F238E27FC236}">
                <a16:creationId xmlns:a16="http://schemas.microsoft.com/office/drawing/2014/main" id="{CA8F1649-736F-40DF-B4AC-89031969E701}"/>
              </a:ext>
            </a:extLst>
          </p:cNvPr>
          <p:cNvSpPr>
            <a:spLocks noGrp="1"/>
          </p:cNvSpPr>
          <p:nvPr/>
        </p:nvSpPr>
        <p:spPr>
          <a:xfrm>
            <a:off x="4073887" y="3342452"/>
            <a:ext cx="87274" cy="134686"/>
          </a:xfrm>
          <a:custGeom>
            <a:avLst/>
            <a:gdLst/>
            <a:ahLst/>
            <a:cxnLst/>
            <a:rect l="0" t="0" r="0" b="0"/>
            <a:pathLst>
              <a:path w="87274" h="134686">
                <a:moveTo>
                  <a:pt x="0" y="0"/>
                </a:moveTo>
                <a:lnTo>
                  <a:pt x="87274" y="134686"/>
                </a:lnTo>
              </a:path>
            </a:pathLst>
          </a:custGeom>
          <a:noFill/>
          <a:ln w="6668">
            <a:solidFill>
              <a:srgbClr val="A7A7A7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3" name="assignment-I080-to-J08">
            <a:extLst>
              <a:ext uri="{FF2B5EF4-FFF2-40B4-BE49-F238E27FC236}">
                <a16:creationId xmlns:a16="http://schemas.microsoft.com/office/drawing/2014/main" id="{CAF3D40F-68A8-4CCE-8431-9FC176A1957C}"/>
              </a:ext>
            </a:extLst>
          </p:cNvPr>
          <p:cNvSpPr>
            <a:spLocks noGrp="1"/>
          </p:cNvSpPr>
          <p:nvPr/>
        </p:nvSpPr>
        <p:spPr>
          <a:xfrm>
            <a:off x="3944032" y="3075193"/>
            <a:ext cx="118077" cy="77309"/>
          </a:xfrm>
          <a:custGeom>
            <a:avLst/>
            <a:gdLst/>
            <a:ahLst/>
            <a:cxnLst/>
            <a:rect l="0" t="0" r="0" b="0"/>
            <a:pathLst>
              <a:path w="118077" h="77309">
                <a:moveTo>
                  <a:pt x="118077" y="77309"/>
                </a:moveTo>
                <a:lnTo>
                  <a:pt x="0" y="0"/>
                </a:lnTo>
              </a:path>
            </a:pathLst>
          </a:custGeom>
          <a:noFill/>
          <a:ln w="6668">
            <a:solidFill>
              <a:srgbClr val="A7A7A7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4" name="assignment-I081-to-J08">
            <a:extLst>
              <a:ext uri="{FF2B5EF4-FFF2-40B4-BE49-F238E27FC236}">
                <a16:creationId xmlns:a16="http://schemas.microsoft.com/office/drawing/2014/main" id="{5A6F6CEF-81BC-4CE4-B21C-A9D95FB4611C}"/>
              </a:ext>
            </a:extLst>
          </p:cNvPr>
          <p:cNvSpPr>
            <a:spLocks noGrp="1"/>
          </p:cNvSpPr>
          <p:nvPr/>
        </p:nvSpPr>
        <p:spPr>
          <a:xfrm>
            <a:off x="3944032" y="3003623"/>
            <a:ext cx="119889" cy="71571"/>
          </a:xfrm>
          <a:custGeom>
            <a:avLst/>
            <a:gdLst/>
            <a:ahLst/>
            <a:cxnLst/>
            <a:rect l="0" t="0" r="0" b="0"/>
            <a:pathLst>
              <a:path w="119889" h="71571">
                <a:moveTo>
                  <a:pt x="119889" y="0"/>
                </a:moveTo>
                <a:lnTo>
                  <a:pt x="0" y="71571"/>
                </a:lnTo>
              </a:path>
            </a:pathLst>
          </a:custGeom>
          <a:noFill/>
          <a:ln w="6668">
            <a:solidFill>
              <a:srgbClr val="A7A7A7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5" name="assignment-I082-to-J08">
            <a:extLst>
              <a:ext uri="{FF2B5EF4-FFF2-40B4-BE49-F238E27FC236}">
                <a16:creationId xmlns:a16="http://schemas.microsoft.com/office/drawing/2014/main" id="{2996BAB4-D852-49FC-B525-A9406CF58C4B}"/>
              </a:ext>
            </a:extLst>
          </p:cNvPr>
          <p:cNvSpPr>
            <a:spLocks noGrp="1"/>
          </p:cNvSpPr>
          <p:nvPr/>
        </p:nvSpPr>
        <p:spPr>
          <a:xfrm>
            <a:off x="3944032" y="2825450"/>
            <a:ext cx="157033" cy="249743"/>
          </a:xfrm>
          <a:custGeom>
            <a:avLst/>
            <a:gdLst/>
            <a:ahLst/>
            <a:cxnLst/>
            <a:rect l="0" t="0" r="0" b="0"/>
            <a:pathLst>
              <a:path w="157033" h="249743">
                <a:moveTo>
                  <a:pt x="157033" y="0"/>
                </a:moveTo>
                <a:lnTo>
                  <a:pt x="0" y="249743"/>
                </a:lnTo>
              </a:path>
            </a:pathLst>
          </a:custGeom>
          <a:noFill/>
          <a:ln w="6668">
            <a:solidFill>
              <a:srgbClr val="A7A7A7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6" name="assignment-I083-to-J08">
            <a:extLst>
              <a:ext uri="{FF2B5EF4-FFF2-40B4-BE49-F238E27FC236}">
                <a16:creationId xmlns:a16="http://schemas.microsoft.com/office/drawing/2014/main" id="{4CA8F668-28D7-4080-AECD-AD258F54AB8D}"/>
              </a:ext>
            </a:extLst>
          </p:cNvPr>
          <p:cNvSpPr>
            <a:spLocks noGrp="1"/>
          </p:cNvSpPr>
          <p:nvPr/>
        </p:nvSpPr>
        <p:spPr>
          <a:xfrm>
            <a:off x="3944032" y="2660565"/>
            <a:ext cx="131666" cy="414628"/>
          </a:xfrm>
          <a:custGeom>
            <a:avLst/>
            <a:gdLst/>
            <a:ahLst/>
            <a:cxnLst/>
            <a:rect l="0" t="0" r="0" b="0"/>
            <a:pathLst>
              <a:path w="131666" h="414628">
                <a:moveTo>
                  <a:pt x="131666" y="0"/>
                </a:moveTo>
                <a:lnTo>
                  <a:pt x="0" y="414628"/>
                </a:lnTo>
              </a:path>
            </a:pathLst>
          </a:custGeom>
          <a:noFill/>
          <a:ln w="6668">
            <a:solidFill>
              <a:srgbClr val="A7A7A7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7" name="assignment-I084-to-J03">
            <a:extLst>
              <a:ext uri="{FF2B5EF4-FFF2-40B4-BE49-F238E27FC236}">
                <a16:creationId xmlns:a16="http://schemas.microsoft.com/office/drawing/2014/main" id="{70A5911C-CF56-4ED8-99E0-92DE72901008}"/>
              </a:ext>
            </a:extLst>
          </p:cNvPr>
          <p:cNvSpPr>
            <a:spLocks noGrp="1"/>
          </p:cNvSpPr>
          <p:nvPr/>
        </p:nvSpPr>
        <p:spPr>
          <a:xfrm>
            <a:off x="4153913" y="3980248"/>
            <a:ext cx="70363" cy="5436"/>
          </a:xfrm>
          <a:custGeom>
            <a:avLst/>
            <a:gdLst/>
            <a:ahLst/>
            <a:cxnLst/>
            <a:rect l="0" t="0" r="0" b="0"/>
            <a:pathLst>
              <a:path w="70363" h="5436">
                <a:moveTo>
                  <a:pt x="70363" y="5436"/>
                </a:moveTo>
                <a:lnTo>
                  <a:pt x="0" y="0"/>
                </a:lnTo>
              </a:path>
            </a:pathLst>
          </a:custGeom>
          <a:noFill/>
          <a:ln w="6668">
            <a:solidFill>
              <a:srgbClr val="A7A7A7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8" name="assignment-I085-to-J03">
            <a:extLst>
              <a:ext uri="{FF2B5EF4-FFF2-40B4-BE49-F238E27FC236}">
                <a16:creationId xmlns:a16="http://schemas.microsoft.com/office/drawing/2014/main" id="{F215C66C-1A48-4FFF-B972-BDE468F5DA14}"/>
              </a:ext>
            </a:extLst>
          </p:cNvPr>
          <p:cNvSpPr>
            <a:spLocks noGrp="1"/>
          </p:cNvSpPr>
          <p:nvPr/>
        </p:nvSpPr>
        <p:spPr>
          <a:xfrm>
            <a:off x="4153913" y="3829255"/>
            <a:ext cx="53150" cy="150993"/>
          </a:xfrm>
          <a:custGeom>
            <a:avLst/>
            <a:gdLst/>
            <a:ahLst/>
            <a:cxnLst/>
            <a:rect l="0" t="0" r="0" b="0"/>
            <a:pathLst>
              <a:path w="53150" h="150993">
                <a:moveTo>
                  <a:pt x="53150" y="0"/>
                </a:moveTo>
                <a:lnTo>
                  <a:pt x="0" y="150993"/>
                </a:lnTo>
              </a:path>
            </a:pathLst>
          </a:custGeom>
          <a:noFill/>
          <a:ln w="6668">
            <a:solidFill>
              <a:srgbClr val="A7A7A7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9" name="assignment-I086-to-J01">
            <a:extLst>
              <a:ext uri="{FF2B5EF4-FFF2-40B4-BE49-F238E27FC236}">
                <a16:creationId xmlns:a16="http://schemas.microsoft.com/office/drawing/2014/main" id="{A1BF9871-C755-46A9-99F1-B11DFD602DD6}"/>
              </a:ext>
            </a:extLst>
          </p:cNvPr>
          <p:cNvSpPr>
            <a:spLocks noGrp="1"/>
          </p:cNvSpPr>
          <p:nvPr/>
        </p:nvSpPr>
        <p:spPr>
          <a:xfrm>
            <a:off x="4161161" y="3315273"/>
            <a:ext cx="56170" cy="161865"/>
          </a:xfrm>
          <a:custGeom>
            <a:avLst/>
            <a:gdLst/>
            <a:ahLst/>
            <a:cxnLst/>
            <a:rect l="0" t="0" r="0" b="0"/>
            <a:pathLst>
              <a:path w="56170" h="161865">
                <a:moveTo>
                  <a:pt x="56170" y="0"/>
                </a:moveTo>
                <a:lnTo>
                  <a:pt x="0" y="161865"/>
                </a:lnTo>
              </a:path>
            </a:pathLst>
          </a:custGeom>
          <a:noFill/>
          <a:ln w="6668">
            <a:solidFill>
              <a:srgbClr val="A7A7A7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0" name="assignment-I087-to-J08">
            <a:extLst>
              <a:ext uri="{FF2B5EF4-FFF2-40B4-BE49-F238E27FC236}">
                <a16:creationId xmlns:a16="http://schemas.microsoft.com/office/drawing/2014/main" id="{21830551-23BA-4074-B4FA-0F86701A971A}"/>
              </a:ext>
            </a:extLst>
          </p:cNvPr>
          <p:cNvSpPr>
            <a:spLocks noGrp="1"/>
          </p:cNvSpPr>
          <p:nvPr/>
        </p:nvSpPr>
        <p:spPr>
          <a:xfrm>
            <a:off x="3944032" y="3075193"/>
            <a:ext cx="278130" cy="61605"/>
          </a:xfrm>
          <a:custGeom>
            <a:avLst/>
            <a:gdLst/>
            <a:ahLst/>
            <a:cxnLst/>
            <a:rect l="0" t="0" r="0" b="0"/>
            <a:pathLst>
              <a:path w="278130" h="61605">
                <a:moveTo>
                  <a:pt x="278130" y="61605"/>
                </a:moveTo>
                <a:lnTo>
                  <a:pt x="0" y="0"/>
                </a:lnTo>
              </a:path>
            </a:pathLst>
          </a:custGeom>
          <a:noFill/>
          <a:ln w="6668">
            <a:solidFill>
              <a:srgbClr val="A7A7A7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1" name="assignment-I088-to-J08">
            <a:extLst>
              <a:ext uri="{FF2B5EF4-FFF2-40B4-BE49-F238E27FC236}">
                <a16:creationId xmlns:a16="http://schemas.microsoft.com/office/drawing/2014/main" id="{52AB1E22-A2EE-4468-AB57-F31B825ADCDA}"/>
              </a:ext>
            </a:extLst>
          </p:cNvPr>
          <p:cNvSpPr>
            <a:spLocks noGrp="1"/>
          </p:cNvSpPr>
          <p:nvPr/>
        </p:nvSpPr>
        <p:spPr>
          <a:xfrm>
            <a:off x="3944032" y="2991241"/>
            <a:ext cx="292021" cy="83952"/>
          </a:xfrm>
          <a:custGeom>
            <a:avLst/>
            <a:gdLst/>
            <a:ahLst/>
            <a:cxnLst/>
            <a:rect l="0" t="0" r="0" b="0"/>
            <a:pathLst>
              <a:path w="292021" h="83952">
                <a:moveTo>
                  <a:pt x="292021" y="0"/>
                </a:moveTo>
                <a:lnTo>
                  <a:pt x="0" y="83952"/>
                </a:lnTo>
              </a:path>
            </a:pathLst>
          </a:custGeom>
          <a:noFill/>
          <a:ln w="6668">
            <a:solidFill>
              <a:srgbClr val="A7A7A7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2" name="assignment-I089-to-J08">
            <a:extLst>
              <a:ext uri="{FF2B5EF4-FFF2-40B4-BE49-F238E27FC236}">
                <a16:creationId xmlns:a16="http://schemas.microsoft.com/office/drawing/2014/main" id="{493C705E-BD1B-4C79-851E-950370ADF68C}"/>
              </a:ext>
            </a:extLst>
          </p:cNvPr>
          <p:cNvSpPr>
            <a:spLocks noGrp="1"/>
          </p:cNvSpPr>
          <p:nvPr/>
        </p:nvSpPr>
        <p:spPr>
          <a:xfrm>
            <a:off x="3944032" y="2810653"/>
            <a:ext cx="252461" cy="264541"/>
          </a:xfrm>
          <a:custGeom>
            <a:avLst/>
            <a:gdLst/>
            <a:ahLst/>
            <a:cxnLst/>
            <a:rect l="0" t="0" r="0" b="0"/>
            <a:pathLst>
              <a:path w="252461" h="264541">
                <a:moveTo>
                  <a:pt x="252461" y="0"/>
                </a:moveTo>
                <a:lnTo>
                  <a:pt x="0" y="264541"/>
                </a:lnTo>
              </a:path>
            </a:pathLst>
          </a:custGeom>
          <a:noFill/>
          <a:ln w="6668">
            <a:solidFill>
              <a:srgbClr val="A7A7A7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3" name="assignment-I090-to-J08">
            <a:extLst>
              <a:ext uri="{FF2B5EF4-FFF2-40B4-BE49-F238E27FC236}">
                <a16:creationId xmlns:a16="http://schemas.microsoft.com/office/drawing/2014/main" id="{D3422FC6-5D1A-4B76-A552-D0128C954ED2}"/>
              </a:ext>
            </a:extLst>
          </p:cNvPr>
          <p:cNvSpPr>
            <a:spLocks noGrp="1"/>
          </p:cNvSpPr>
          <p:nvPr/>
        </p:nvSpPr>
        <p:spPr>
          <a:xfrm>
            <a:off x="3944032" y="2709185"/>
            <a:ext cx="265447" cy="366008"/>
          </a:xfrm>
          <a:custGeom>
            <a:avLst/>
            <a:gdLst/>
            <a:ahLst/>
            <a:cxnLst/>
            <a:rect l="0" t="0" r="0" b="0"/>
            <a:pathLst>
              <a:path w="265447" h="366008">
                <a:moveTo>
                  <a:pt x="265447" y="0"/>
                </a:moveTo>
                <a:lnTo>
                  <a:pt x="0" y="366008"/>
                </a:lnTo>
              </a:path>
            </a:pathLst>
          </a:custGeom>
          <a:noFill/>
          <a:ln w="6668">
            <a:solidFill>
              <a:srgbClr val="A7A7A7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4" name="assignment-I091-to-J06">
            <a:extLst>
              <a:ext uri="{FF2B5EF4-FFF2-40B4-BE49-F238E27FC236}">
                <a16:creationId xmlns:a16="http://schemas.microsoft.com/office/drawing/2014/main" id="{63F9905F-61E0-4CD4-8E83-332E60A8A33D}"/>
              </a:ext>
            </a:extLst>
          </p:cNvPr>
          <p:cNvSpPr>
            <a:spLocks noGrp="1"/>
          </p:cNvSpPr>
          <p:nvPr/>
        </p:nvSpPr>
        <p:spPr>
          <a:xfrm>
            <a:off x="4364096" y="3607596"/>
            <a:ext cx="14495" cy="209579"/>
          </a:xfrm>
          <a:custGeom>
            <a:avLst/>
            <a:gdLst/>
            <a:ahLst/>
            <a:cxnLst/>
            <a:rect l="0" t="0" r="0" b="0"/>
            <a:pathLst>
              <a:path w="14495" h="209579">
                <a:moveTo>
                  <a:pt x="14495" y="209579"/>
                </a:moveTo>
                <a:lnTo>
                  <a:pt x="0" y="0"/>
                </a:lnTo>
              </a:path>
            </a:pathLst>
          </a:custGeom>
          <a:noFill/>
          <a:ln w="6668">
            <a:solidFill>
              <a:srgbClr val="A7A7A7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5" name="assignment-I092-to-J01">
            <a:extLst>
              <a:ext uri="{FF2B5EF4-FFF2-40B4-BE49-F238E27FC236}">
                <a16:creationId xmlns:a16="http://schemas.microsoft.com/office/drawing/2014/main" id="{C397B833-9782-458F-91EC-A266D6DCD59E}"/>
              </a:ext>
            </a:extLst>
          </p:cNvPr>
          <p:cNvSpPr>
            <a:spLocks noGrp="1"/>
          </p:cNvSpPr>
          <p:nvPr/>
        </p:nvSpPr>
        <p:spPr>
          <a:xfrm>
            <a:off x="4161161" y="3322521"/>
            <a:ext cx="214109" cy="154617"/>
          </a:xfrm>
          <a:custGeom>
            <a:avLst/>
            <a:gdLst/>
            <a:ahLst/>
            <a:cxnLst/>
            <a:rect l="0" t="0" r="0" b="0"/>
            <a:pathLst>
              <a:path w="214109" h="154617">
                <a:moveTo>
                  <a:pt x="214109" y="0"/>
                </a:moveTo>
                <a:lnTo>
                  <a:pt x="0" y="154617"/>
                </a:lnTo>
              </a:path>
            </a:pathLst>
          </a:custGeom>
          <a:noFill/>
          <a:ln w="6668">
            <a:solidFill>
              <a:srgbClr val="A7A7A7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6" name="assignment-I093-to-J09">
            <a:extLst>
              <a:ext uri="{FF2B5EF4-FFF2-40B4-BE49-F238E27FC236}">
                <a16:creationId xmlns:a16="http://schemas.microsoft.com/office/drawing/2014/main" id="{052224C3-CBCF-4F22-B272-276503E70DA1}"/>
              </a:ext>
            </a:extLst>
          </p:cNvPr>
          <p:cNvSpPr>
            <a:spLocks noGrp="1"/>
          </p:cNvSpPr>
          <p:nvPr/>
        </p:nvSpPr>
        <p:spPr>
          <a:xfrm>
            <a:off x="4387349" y="3077005"/>
            <a:ext cx="246119" cy="58283"/>
          </a:xfrm>
          <a:custGeom>
            <a:avLst/>
            <a:gdLst/>
            <a:ahLst/>
            <a:cxnLst/>
            <a:rect l="0" t="0" r="0" b="0"/>
            <a:pathLst>
              <a:path w="246119" h="58283">
                <a:moveTo>
                  <a:pt x="0" y="58283"/>
                </a:moveTo>
                <a:lnTo>
                  <a:pt x="246119" y="0"/>
                </a:lnTo>
              </a:path>
            </a:pathLst>
          </a:custGeom>
          <a:noFill/>
          <a:ln w="6668">
            <a:solidFill>
              <a:srgbClr val="A7A7A7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7" name="assignment-I094-to-J09">
            <a:extLst>
              <a:ext uri="{FF2B5EF4-FFF2-40B4-BE49-F238E27FC236}">
                <a16:creationId xmlns:a16="http://schemas.microsoft.com/office/drawing/2014/main" id="{88F96532-69C1-452F-90BB-C51AD1127044}"/>
              </a:ext>
            </a:extLst>
          </p:cNvPr>
          <p:cNvSpPr>
            <a:spLocks noGrp="1"/>
          </p:cNvSpPr>
          <p:nvPr/>
        </p:nvSpPr>
        <p:spPr>
          <a:xfrm>
            <a:off x="4390369" y="2997885"/>
            <a:ext cx="243099" cy="79121"/>
          </a:xfrm>
          <a:custGeom>
            <a:avLst/>
            <a:gdLst/>
            <a:ahLst/>
            <a:cxnLst/>
            <a:rect l="0" t="0" r="0" b="0"/>
            <a:pathLst>
              <a:path w="243099" h="79121">
                <a:moveTo>
                  <a:pt x="0" y="0"/>
                </a:moveTo>
                <a:lnTo>
                  <a:pt x="243099" y="79121"/>
                </a:lnTo>
              </a:path>
            </a:pathLst>
          </a:custGeom>
          <a:noFill/>
          <a:ln w="6668">
            <a:solidFill>
              <a:srgbClr val="A7A7A7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8" name="assignment-I095-to-J09">
            <a:extLst>
              <a:ext uri="{FF2B5EF4-FFF2-40B4-BE49-F238E27FC236}">
                <a16:creationId xmlns:a16="http://schemas.microsoft.com/office/drawing/2014/main" id="{B552471A-5988-4E40-9F28-1B4D687A9745}"/>
              </a:ext>
            </a:extLst>
          </p:cNvPr>
          <p:cNvSpPr>
            <a:spLocks noGrp="1"/>
          </p:cNvSpPr>
          <p:nvPr/>
        </p:nvSpPr>
        <p:spPr>
          <a:xfrm>
            <a:off x="4378591" y="2820920"/>
            <a:ext cx="254877" cy="256085"/>
          </a:xfrm>
          <a:custGeom>
            <a:avLst/>
            <a:gdLst/>
            <a:ahLst/>
            <a:cxnLst/>
            <a:rect l="0" t="0" r="0" b="0"/>
            <a:pathLst>
              <a:path w="254877" h="256085">
                <a:moveTo>
                  <a:pt x="0" y="0"/>
                </a:moveTo>
                <a:lnTo>
                  <a:pt x="254877" y="256085"/>
                </a:lnTo>
              </a:path>
            </a:pathLst>
          </a:custGeom>
          <a:noFill/>
          <a:ln w="6668">
            <a:solidFill>
              <a:srgbClr val="A7A7A7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9" name="assignment-I096-to-J04">
            <a:extLst>
              <a:ext uri="{FF2B5EF4-FFF2-40B4-BE49-F238E27FC236}">
                <a16:creationId xmlns:a16="http://schemas.microsoft.com/office/drawing/2014/main" id="{371A78CC-4901-4FEB-92F4-5064CDFD8F53}"/>
              </a:ext>
            </a:extLst>
          </p:cNvPr>
          <p:cNvSpPr>
            <a:spLocks noGrp="1"/>
          </p:cNvSpPr>
          <p:nvPr/>
        </p:nvSpPr>
        <p:spPr>
          <a:xfrm>
            <a:off x="4531699" y="3660142"/>
            <a:ext cx="13589" cy="177568"/>
          </a:xfrm>
          <a:custGeom>
            <a:avLst/>
            <a:gdLst/>
            <a:ahLst/>
            <a:cxnLst/>
            <a:rect l="0" t="0" r="0" b="0"/>
            <a:pathLst>
              <a:path w="13589" h="177568">
                <a:moveTo>
                  <a:pt x="0" y="177568"/>
                </a:moveTo>
                <a:lnTo>
                  <a:pt x="13589" y="0"/>
                </a:lnTo>
              </a:path>
            </a:pathLst>
          </a:custGeom>
          <a:noFill/>
          <a:ln w="6668">
            <a:solidFill>
              <a:srgbClr val="A7A7A7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0" name="assignment-I097-to-J09">
            <a:extLst>
              <a:ext uri="{FF2B5EF4-FFF2-40B4-BE49-F238E27FC236}">
                <a16:creationId xmlns:a16="http://schemas.microsoft.com/office/drawing/2014/main" id="{B75B4F48-2C2E-4EB1-B63F-68F328BD854D}"/>
              </a:ext>
            </a:extLst>
          </p:cNvPr>
          <p:cNvSpPr>
            <a:spLocks noGrp="1"/>
          </p:cNvSpPr>
          <p:nvPr/>
        </p:nvSpPr>
        <p:spPr>
          <a:xfrm>
            <a:off x="4552536" y="3077005"/>
            <a:ext cx="80932" cy="249743"/>
          </a:xfrm>
          <a:custGeom>
            <a:avLst/>
            <a:gdLst/>
            <a:ahLst/>
            <a:cxnLst/>
            <a:rect l="0" t="0" r="0" b="0"/>
            <a:pathLst>
              <a:path w="80932" h="249743">
                <a:moveTo>
                  <a:pt x="0" y="249743"/>
                </a:moveTo>
                <a:lnTo>
                  <a:pt x="80932" y="0"/>
                </a:lnTo>
              </a:path>
            </a:pathLst>
          </a:custGeom>
          <a:noFill/>
          <a:ln w="6668">
            <a:solidFill>
              <a:srgbClr val="A7A7A7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1" name="assignment-I098-to-J09">
            <a:extLst>
              <a:ext uri="{FF2B5EF4-FFF2-40B4-BE49-F238E27FC236}">
                <a16:creationId xmlns:a16="http://schemas.microsoft.com/office/drawing/2014/main" id="{80818A70-C61F-48FC-9D56-DC4D26D85A1E}"/>
              </a:ext>
            </a:extLst>
          </p:cNvPr>
          <p:cNvSpPr>
            <a:spLocks noGrp="1"/>
          </p:cNvSpPr>
          <p:nvPr/>
        </p:nvSpPr>
        <p:spPr>
          <a:xfrm>
            <a:off x="4547100" y="3077005"/>
            <a:ext cx="86368" cy="83650"/>
          </a:xfrm>
          <a:custGeom>
            <a:avLst/>
            <a:gdLst/>
            <a:ahLst/>
            <a:cxnLst/>
            <a:rect l="0" t="0" r="0" b="0"/>
            <a:pathLst>
              <a:path w="86368" h="83650">
                <a:moveTo>
                  <a:pt x="0" y="83650"/>
                </a:moveTo>
                <a:lnTo>
                  <a:pt x="86368" y="0"/>
                </a:lnTo>
              </a:path>
            </a:pathLst>
          </a:custGeom>
          <a:noFill/>
          <a:ln w="6668">
            <a:solidFill>
              <a:srgbClr val="A7A7A7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2" name="assignment-I099-to-J09">
            <a:extLst>
              <a:ext uri="{FF2B5EF4-FFF2-40B4-BE49-F238E27FC236}">
                <a16:creationId xmlns:a16="http://schemas.microsoft.com/office/drawing/2014/main" id="{D0FB50CC-954B-4C37-B231-704C06FA58C5}"/>
              </a:ext>
            </a:extLst>
          </p:cNvPr>
          <p:cNvSpPr>
            <a:spLocks noGrp="1"/>
          </p:cNvSpPr>
          <p:nvPr/>
        </p:nvSpPr>
        <p:spPr>
          <a:xfrm>
            <a:off x="4525961" y="2999697"/>
            <a:ext cx="107507" cy="77309"/>
          </a:xfrm>
          <a:custGeom>
            <a:avLst/>
            <a:gdLst/>
            <a:ahLst/>
            <a:cxnLst/>
            <a:rect l="0" t="0" r="0" b="0"/>
            <a:pathLst>
              <a:path w="107507" h="77309">
                <a:moveTo>
                  <a:pt x="0" y="0"/>
                </a:moveTo>
                <a:lnTo>
                  <a:pt x="107507" y="77309"/>
                </a:lnTo>
              </a:path>
            </a:pathLst>
          </a:custGeom>
          <a:noFill/>
          <a:ln w="6668">
            <a:solidFill>
              <a:srgbClr val="A7A7A7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3" name="assignment-I100-to-J04">
            <a:extLst>
              <a:ext uri="{FF2B5EF4-FFF2-40B4-BE49-F238E27FC236}">
                <a16:creationId xmlns:a16="http://schemas.microsoft.com/office/drawing/2014/main" id="{9F1BB1A7-4F9C-4A1D-9B4F-EEFF315998B5}"/>
              </a:ext>
            </a:extLst>
          </p:cNvPr>
          <p:cNvSpPr>
            <a:spLocks noGrp="1"/>
          </p:cNvSpPr>
          <p:nvPr/>
        </p:nvSpPr>
        <p:spPr>
          <a:xfrm>
            <a:off x="4545288" y="3657424"/>
            <a:ext cx="124721" cy="2718"/>
          </a:xfrm>
          <a:custGeom>
            <a:avLst/>
            <a:gdLst/>
            <a:ahLst/>
            <a:cxnLst/>
            <a:rect l="0" t="0" r="0" b="0"/>
            <a:pathLst>
              <a:path w="124721" h="2718">
                <a:moveTo>
                  <a:pt x="124721" y="0"/>
                </a:moveTo>
                <a:lnTo>
                  <a:pt x="0" y="2718"/>
                </a:lnTo>
              </a:path>
            </a:pathLst>
          </a:custGeom>
          <a:noFill/>
          <a:ln w="6668">
            <a:solidFill>
              <a:srgbClr val="A7A7A7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4" name="assignment-I101-to-J04">
            <a:extLst>
              <a:ext uri="{FF2B5EF4-FFF2-40B4-BE49-F238E27FC236}">
                <a16:creationId xmlns:a16="http://schemas.microsoft.com/office/drawing/2014/main" id="{A9EE02A8-5CBA-440D-B086-AD3A3D2C6C1E}"/>
              </a:ext>
            </a:extLst>
          </p:cNvPr>
          <p:cNvSpPr>
            <a:spLocks noGrp="1"/>
          </p:cNvSpPr>
          <p:nvPr/>
        </p:nvSpPr>
        <p:spPr>
          <a:xfrm>
            <a:off x="4545288" y="3506431"/>
            <a:ext cx="191460" cy="153711"/>
          </a:xfrm>
          <a:custGeom>
            <a:avLst/>
            <a:gdLst/>
            <a:ahLst/>
            <a:cxnLst/>
            <a:rect l="0" t="0" r="0" b="0"/>
            <a:pathLst>
              <a:path w="191460" h="153711">
                <a:moveTo>
                  <a:pt x="191460" y="0"/>
                </a:moveTo>
                <a:lnTo>
                  <a:pt x="0" y="153711"/>
                </a:lnTo>
              </a:path>
            </a:pathLst>
          </a:custGeom>
          <a:noFill/>
          <a:ln w="6668">
            <a:solidFill>
              <a:srgbClr val="A7A7A7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5" name="assignment-I102-to-J09">
            <a:extLst>
              <a:ext uri="{FF2B5EF4-FFF2-40B4-BE49-F238E27FC236}">
                <a16:creationId xmlns:a16="http://schemas.microsoft.com/office/drawing/2014/main" id="{21AE3595-3C31-4EED-AD21-AD2ACC2B7111}"/>
              </a:ext>
            </a:extLst>
          </p:cNvPr>
          <p:cNvSpPr>
            <a:spLocks noGrp="1"/>
          </p:cNvSpPr>
          <p:nvPr/>
        </p:nvSpPr>
        <p:spPr>
          <a:xfrm>
            <a:off x="4633468" y="3077005"/>
            <a:ext cx="61001" cy="222564"/>
          </a:xfrm>
          <a:custGeom>
            <a:avLst/>
            <a:gdLst/>
            <a:ahLst/>
            <a:cxnLst/>
            <a:rect l="0" t="0" r="0" b="0"/>
            <a:pathLst>
              <a:path w="61001" h="222564">
                <a:moveTo>
                  <a:pt x="61001" y="222564"/>
                </a:moveTo>
                <a:lnTo>
                  <a:pt x="0" y="0"/>
                </a:lnTo>
              </a:path>
            </a:pathLst>
          </a:custGeom>
          <a:noFill/>
          <a:ln w="6668">
            <a:solidFill>
              <a:srgbClr val="A7A7A7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6" name="assignment-I103-to-J09">
            <a:extLst>
              <a:ext uri="{FF2B5EF4-FFF2-40B4-BE49-F238E27FC236}">
                <a16:creationId xmlns:a16="http://schemas.microsoft.com/office/drawing/2014/main" id="{C31C2140-AA58-489C-8103-8FB2503673D2}"/>
              </a:ext>
            </a:extLst>
          </p:cNvPr>
          <p:cNvSpPr>
            <a:spLocks noGrp="1"/>
          </p:cNvSpPr>
          <p:nvPr/>
        </p:nvSpPr>
        <p:spPr>
          <a:xfrm>
            <a:off x="4633468" y="3077005"/>
            <a:ext cx="48016" cy="100864"/>
          </a:xfrm>
          <a:custGeom>
            <a:avLst/>
            <a:gdLst/>
            <a:ahLst/>
            <a:cxnLst/>
            <a:rect l="0" t="0" r="0" b="0"/>
            <a:pathLst>
              <a:path w="48016" h="100864">
                <a:moveTo>
                  <a:pt x="48016" y="100864"/>
                </a:moveTo>
                <a:lnTo>
                  <a:pt x="0" y="0"/>
                </a:lnTo>
              </a:path>
            </a:pathLst>
          </a:custGeom>
          <a:noFill/>
          <a:ln w="6668">
            <a:solidFill>
              <a:srgbClr val="A7A7A7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7" name="assignment-I104-to-J09">
            <a:extLst>
              <a:ext uri="{FF2B5EF4-FFF2-40B4-BE49-F238E27FC236}">
                <a16:creationId xmlns:a16="http://schemas.microsoft.com/office/drawing/2014/main" id="{E921508B-68A8-47CD-B773-557CC330BC64}"/>
              </a:ext>
            </a:extLst>
          </p:cNvPr>
          <p:cNvSpPr>
            <a:spLocks noGrp="1"/>
          </p:cNvSpPr>
          <p:nvPr/>
        </p:nvSpPr>
        <p:spPr>
          <a:xfrm>
            <a:off x="4633468" y="3013286"/>
            <a:ext cx="65531" cy="63719"/>
          </a:xfrm>
          <a:custGeom>
            <a:avLst/>
            <a:gdLst/>
            <a:ahLst/>
            <a:cxnLst/>
            <a:rect l="0" t="0" r="0" b="0"/>
            <a:pathLst>
              <a:path w="65531" h="63719">
                <a:moveTo>
                  <a:pt x="65531" y="0"/>
                </a:moveTo>
                <a:lnTo>
                  <a:pt x="0" y="63719"/>
                </a:lnTo>
              </a:path>
            </a:pathLst>
          </a:custGeom>
          <a:noFill/>
          <a:ln w="6668">
            <a:solidFill>
              <a:srgbClr val="A7A7A7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8" name="assignment-I105-to-J09">
            <a:extLst>
              <a:ext uri="{FF2B5EF4-FFF2-40B4-BE49-F238E27FC236}">
                <a16:creationId xmlns:a16="http://schemas.microsoft.com/office/drawing/2014/main" id="{11783259-254A-4362-AD63-22EBC5159AC2}"/>
              </a:ext>
            </a:extLst>
          </p:cNvPr>
          <p:cNvSpPr>
            <a:spLocks noGrp="1"/>
          </p:cNvSpPr>
          <p:nvPr/>
        </p:nvSpPr>
        <p:spPr>
          <a:xfrm>
            <a:off x="4633468" y="2855951"/>
            <a:ext cx="48318" cy="221054"/>
          </a:xfrm>
          <a:custGeom>
            <a:avLst/>
            <a:gdLst/>
            <a:ahLst/>
            <a:cxnLst/>
            <a:rect l="0" t="0" r="0" b="0"/>
            <a:pathLst>
              <a:path w="48318" h="221054">
                <a:moveTo>
                  <a:pt x="48318" y="0"/>
                </a:moveTo>
                <a:lnTo>
                  <a:pt x="0" y="221054"/>
                </a:lnTo>
              </a:path>
            </a:pathLst>
          </a:custGeom>
          <a:noFill/>
          <a:ln w="6668">
            <a:solidFill>
              <a:srgbClr val="A7A7A7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9" name="assignment-I106-to-J04">
            <a:extLst>
              <a:ext uri="{FF2B5EF4-FFF2-40B4-BE49-F238E27FC236}">
                <a16:creationId xmlns:a16="http://schemas.microsoft.com/office/drawing/2014/main" id="{AD23605C-F69A-4E55-B8CA-254BF0B533D5}"/>
              </a:ext>
            </a:extLst>
          </p:cNvPr>
          <p:cNvSpPr>
            <a:spLocks noGrp="1"/>
          </p:cNvSpPr>
          <p:nvPr/>
        </p:nvSpPr>
        <p:spPr>
          <a:xfrm>
            <a:off x="4545288" y="3471400"/>
            <a:ext cx="282660" cy="188742"/>
          </a:xfrm>
          <a:custGeom>
            <a:avLst/>
            <a:gdLst/>
            <a:ahLst/>
            <a:cxnLst/>
            <a:rect l="0" t="0" r="0" b="0"/>
            <a:pathLst>
              <a:path w="282660" h="188742">
                <a:moveTo>
                  <a:pt x="282660" y="0"/>
                </a:moveTo>
                <a:lnTo>
                  <a:pt x="0" y="188742"/>
                </a:lnTo>
              </a:path>
            </a:pathLst>
          </a:custGeom>
          <a:noFill/>
          <a:ln w="6668">
            <a:solidFill>
              <a:srgbClr val="A7A7A7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0" name="assignment-I107-to-J09">
            <a:extLst>
              <a:ext uri="{FF2B5EF4-FFF2-40B4-BE49-F238E27FC236}">
                <a16:creationId xmlns:a16="http://schemas.microsoft.com/office/drawing/2014/main" id="{F06CE94A-7C79-452A-B993-B860214AB908}"/>
              </a:ext>
            </a:extLst>
          </p:cNvPr>
          <p:cNvSpPr>
            <a:spLocks noGrp="1"/>
          </p:cNvSpPr>
          <p:nvPr/>
        </p:nvSpPr>
        <p:spPr>
          <a:xfrm>
            <a:off x="4633468" y="3077005"/>
            <a:ext cx="215015" cy="255481"/>
          </a:xfrm>
          <a:custGeom>
            <a:avLst/>
            <a:gdLst/>
            <a:ahLst/>
            <a:cxnLst/>
            <a:rect l="0" t="0" r="0" b="0"/>
            <a:pathLst>
              <a:path w="215015" h="255481">
                <a:moveTo>
                  <a:pt x="215015" y="255481"/>
                </a:moveTo>
                <a:lnTo>
                  <a:pt x="0" y="0"/>
                </a:lnTo>
              </a:path>
            </a:pathLst>
          </a:custGeom>
          <a:noFill/>
          <a:ln w="6668">
            <a:solidFill>
              <a:srgbClr val="A7A7A7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1" name="assignment-I108-to-J09">
            <a:extLst>
              <a:ext uri="{FF2B5EF4-FFF2-40B4-BE49-F238E27FC236}">
                <a16:creationId xmlns:a16="http://schemas.microsoft.com/office/drawing/2014/main" id="{B2FE16E2-AE60-44FA-BBAB-8A77E75A6A3D}"/>
              </a:ext>
            </a:extLst>
          </p:cNvPr>
          <p:cNvSpPr>
            <a:spLocks noGrp="1"/>
          </p:cNvSpPr>
          <p:nvPr/>
        </p:nvSpPr>
        <p:spPr>
          <a:xfrm>
            <a:off x="4633468" y="3077005"/>
            <a:ext cx="197801" cy="91200"/>
          </a:xfrm>
          <a:custGeom>
            <a:avLst/>
            <a:gdLst/>
            <a:ahLst/>
            <a:cxnLst/>
            <a:rect l="0" t="0" r="0" b="0"/>
            <a:pathLst>
              <a:path w="197801" h="91200">
                <a:moveTo>
                  <a:pt x="197801" y="91200"/>
                </a:moveTo>
                <a:lnTo>
                  <a:pt x="0" y="0"/>
                </a:lnTo>
              </a:path>
            </a:pathLst>
          </a:custGeom>
          <a:noFill/>
          <a:ln w="6668">
            <a:solidFill>
              <a:srgbClr val="A7A7A7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2" name="assignment-I109-to-J09">
            <a:extLst>
              <a:ext uri="{FF2B5EF4-FFF2-40B4-BE49-F238E27FC236}">
                <a16:creationId xmlns:a16="http://schemas.microsoft.com/office/drawing/2014/main" id="{8ED78024-5FD8-4FF6-A131-3BC79FA3FDD5}"/>
              </a:ext>
            </a:extLst>
          </p:cNvPr>
          <p:cNvSpPr>
            <a:spLocks noGrp="1"/>
          </p:cNvSpPr>
          <p:nvPr/>
        </p:nvSpPr>
        <p:spPr>
          <a:xfrm>
            <a:off x="4633468" y="2997885"/>
            <a:ext cx="190856" cy="79121"/>
          </a:xfrm>
          <a:custGeom>
            <a:avLst/>
            <a:gdLst/>
            <a:ahLst/>
            <a:cxnLst/>
            <a:rect l="0" t="0" r="0" b="0"/>
            <a:pathLst>
              <a:path w="190856" h="79121">
                <a:moveTo>
                  <a:pt x="190856" y="0"/>
                </a:moveTo>
                <a:lnTo>
                  <a:pt x="0" y="79121"/>
                </a:lnTo>
              </a:path>
            </a:pathLst>
          </a:custGeom>
          <a:noFill/>
          <a:ln w="6668">
            <a:solidFill>
              <a:srgbClr val="A7A7A7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3" name="assignment-I110-to-J09">
            <a:extLst>
              <a:ext uri="{FF2B5EF4-FFF2-40B4-BE49-F238E27FC236}">
                <a16:creationId xmlns:a16="http://schemas.microsoft.com/office/drawing/2014/main" id="{3493A42C-C2A7-40A3-9BE6-E962EF287E61}"/>
              </a:ext>
            </a:extLst>
          </p:cNvPr>
          <p:cNvSpPr>
            <a:spLocks noGrp="1"/>
          </p:cNvSpPr>
          <p:nvPr/>
        </p:nvSpPr>
        <p:spPr>
          <a:xfrm>
            <a:off x="4633468" y="2829678"/>
            <a:ext cx="189648" cy="247327"/>
          </a:xfrm>
          <a:custGeom>
            <a:avLst/>
            <a:gdLst/>
            <a:ahLst/>
            <a:cxnLst/>
            <a:rect l="0" t="0" r="0" b="0"/>
            <a:pathLst>
              <a:path w="189648" h="247327">
                <a:moveTo>
                  <a:pt x="189648" y="0"/>
                </a:moveTo>
                <a:lnTo>
                  <a:pt x="0" y="247327"/>
                </a:lnTo>
              </a:path>
            </a:pathLst>
          </a:custGeom>
          <a:noFill/>
          <a:ln w="6668">
            <a:solidFill>
              <a:srgbClr val="A7A7A7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4" name="assignment-I111-to-J04">
            <a:extLst>
              <a:ext uri="{FF2B5EF4-FFF2-40B4-BE49-F238E27FC236}">
                <a16:creationId xmlns:a16="http://schemas.microsoft.com/office/drawing/2014/main" id="{37237327-2AFB-4493-8EBF-DEA037D629BC}"/>
              </a:ext>
            </a:extLst>
          </p:cNvPr>
          <p:cNvSpPr>
            <a:spLocks noGrp="1"/>
          </p:cNvSpPr>
          <p:nvPr/>
        </p:nvSpPr>
        <p:spPr>
          <a:xfrm>
            <a:off x="4545288" y="3660142"/>
            <a:ext cx="410702" cy="171831"/>
          </a:xfrm>
          <a:custGeom>
            <a:avLst/>
            <a:gdLst/>
            <a:ahLst/>
            <a:cxnLst/>
            <a:rect l="0" t="0" r="0" b="0"/>
            <a:pathLst>
              <a:path w="410702" h="171831">
                <a:moveTo>
                  <a:pt x="410702" y="171831"/>
                </a:moveTo>
                <a:lnTo>
                  <a:pt x="0" y="0"/>
                </a:lnTo>
              </a:path>
            </a:pathLst>
          </a:custGeom>
          <a:noFill/>
          <a:ln w="6668">
            <a:solidFill>
              <a:srgbClr val="A7A7A7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5" name="assignment-I112-to-J10">
            <a:extLst>
              <a:ext uri="{FF2B5EF4-FFF2-40B4-BE49-F238E27FC236}">
                <a16:creationId xmlns:a16="http://schemas.microsoft.com/office/drawing/2014/main" id="{B518A84B-1B7E-4266-9DC9-A9CC14E0A7FB}"/>
              </a:ext>
            </a:extLst>
          </p:cNvPr>
          <p:cNvSpPr>
            <a:spLocks noGrp="1"/>
          </p:cNvSpPr>
          <p:nvPr/>
        </p:nvSpPr>
        <p:spPr>
          <a:xfrm>
            <a:off x="4987397" y="3422176"/>
            <a:ext cx="194480" cy="218941"/>
          </a:xfrm>
          <a:custGeom>
            <a:avLst/>
            <a:gdLst/>
            <a:ahLst/>
            <a:cxnLst/>
            <a:rect l="0" t="0" r="0" b="0"/>
            <a:pathLst>
              <a:path w="194480" h="218941">
                <a:moveTo>
                  <a:pt x="0" y="218941"/>
                </a:moveTo>
                <a:lnTo>
                  <a:pt x="194480" y="0"/>
                </a:lnTo>
              </a:path>
            </a:pathLst>
          </a:custGeom>
          <a:noFill/>
          <a:ln w="6668">
            <a:solidFill>
              <a:srgbClr val="A7A7A7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6" name="assignment-I113-to-J10">
            <a:extLst>
              <a:ext uri="{FF2B5EF4-FFF2-40B4-BE49-F238E27FC236}">
                <a16:creationId xmlns:a16="http://schemas.microsoft.com/office/drawing/2014/main" id="{5BB56338-3120-4CAE-8817-589D45609C40}"/>
              </a:ext>
            </a:extLst>
          </p:cNvPr>
          <p:cNvSpPr>
            <a:spLocks noGrp="1"/>
          </p:cNvSpPr>
          <p:nvPr/>
        </p:nvSpPr>
        <p:spPr>
          <a:xfrm>
            <a:off x="5005516" y="3422176"/>
            <a:ext cx="176360" cy="53754"/>
          </a:xfrm>
          <a:custGeom>
            <a:avLst/>
            <a:gdLst/>
            <a:ahLst/>
            <a:cxnLst/>
            <a:rect l="0" t="0" r="0" b="0"/>
            <a:pathLst>
              <a:path w="176360" h="53754">
                <a:moveTo>
                  <a:pt x="0" y="53754"/>
                </a:moveTo>
                <a:lnTo>
                  <a:pt x="176360" y="0"/>
                </a:lnTo>
              </a:path>
            </a:pathLst>
          </a:custGeom>
          <a:noFill/>
          <a:ln w="6668">
            <a:solidFill>
              <a:srgbClr val="A7A7A7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7" name="assignment-I114-to-J10">
            <a:extLst>
              <a:ext uri="{FF2B5EF4-FFF2-40B4-BE49-F238E27FC236}">
                <a16:creationId xmlns:a16="http://schemas.microsoft.com/office/drawing/2014/main" id="{956FE5B5-EABB-4BF4-A9BB-B29125721210}"/>
              </a:ext>
            </a:extLst>
          </p:cNvPr>
          <p:cNvSpPr>
            <a:spLocks noGrp="1"/>
          </p:cNvSpPr>
          <p:nvPr/>
        </p:nvSpPr>
        <p:spPr>
          <a:xfrm>
            <a:off x="4992531" y="3318293"/>
            <a:ext cx="189346" cy="103884"/>
          </a:xfrm>
          <a:custGeom>
            <a:avLst/>
            <a:gdLst/>
            <a:ahLst/>
            <a:cxnLst/>
            <a:rect l="0" t="0" r="0" b="0"/>
            <a:pathLst>
              <a:path w="189346" h="103884">
                <a:moveTo>
                  <a:pt x="0" y="0"/>
                </a:moveTo>
                <a:lnTo>
                  <a:pt x="189346" y="103884"/>
                </a:lnTo>
              </a:path>
            </a:pathLst>
          </a:custGeom>
          <a:noFill/>
          <a:ln w="6668">
            <a:solidFill>
              <a:srgbClr val="A7A7A7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8" name="assignment-I115-to-J10">
            <a:extLst>
              <a:ext uri="{FF2B5EF4-FFF2-40B4-BE49-F238E27FC236}">
                <a16:creationId xmlns:a16="http://schemas.microsoft.com/office/drawing/2014/main" id="{7D22C4F7-CE59-41D5-A885-B910D7BCC90F}"/>
              </a:ext>
            </a:extLst>
          </p:cNvPr>
          <p:cNvSpPr>
            <a:spLocks noGrp="1"/>
          </p:cNvSpPr>
          <p:nvPr/>
        </p:nvSpPr>
        <p:spPr>
          <a:xfrm>
            <a:off x="4978639" y="3157938"/>
            <a:ext cx="203237" cy="264239"/>
          </a:xfrm>
          <a:custGeom>
            <a:avLst/>
            <a:gdLst/>
            <a:ahLst/>
            <a:cxnLst/>
            <a:rect l="0" t="0" r="0" b="0"/>
            <a:pathLst>
              <a:path w="203237" h="264239">
                <a:moveTo>
                  <a:pt x="0" y="0"/>
                </a:moveTo>
                <a:lnTo>
                  <a:pt x="203237" y="264239"/>
                </a:lnTo>
              </a:path>
            </a:pathLst>
          </a:custGeom>
          <a:noFill/>
          <a:ln w="6668">
            <a:solidFill>
              <a:srgbClr val="A7A7A7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9" name="assignment-I116-to-J10">
            <a:extLst>
              <a:ext uri="{FF2B5EF4-FFF2-40B4-BE49-F238E27FC236}">
                <a16:creationId xmlns:a16="http://schemas.microsoft.com/office/drawing/2014/main" id="{C874048E-F50A-45AE-AC9B-AE304F5C87EE}"/>
              </a:ext>
            </a:extLst>
          </p:cNvPr>
          <p:cNvSpPr>
            <a:spLocks noGrp="1"/>
          </p:cNvSpPr>
          <p:nvPr/>
        </p:nvSpPr>
        <p:spPr>
          <a:xfrm>
            <a:off x="5140202" y="3422176"/>
            <a:ext cx="41674" cy="367216"/>
          </a:xfrm>
          <a:custGeom>
            <a:avLst/>
            <a:gdLst/>
            <a:ahLst/>
            <a:cxnLst/>
            <a:rect l="0" t="0" r="0" b="0"/>
            <a:pathLst>
              <a:path w="41674" h="367216">
                <a:moveTo>
                  <a:pt x="0" y="367216"/>
                </a:moveTo>
                <a:lnTo>
                  <a:pt x="41674" y="0"/>
                </a:lnTo>
              </a:path>
            </a:pathLst>
          </a:custGeom>
          <a:noFill/>
          <a:ln w="6668">
            <a:solidFill>
              <a:srgbClr val="A7A7A7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0" name="assignment-I117-to-J10">
            <a:extLst>
              <a:ext uri="{FF2B5EF4-FFF2-40B4-BE49-F238E27FC236}">
                <a16:creationId xmlns:a16="http://schemas.microsoft.com/office/drawing/2014/main" id="{3A7484D1-AD9B-4DB7-9069-DA1D5B4F39B1}"/>
              </a:ext>
            </a:extLst>
          </p:cNvPr>
          <p:cNvSpPr>
            <a:spLocks noGrp="1"/>
          </p:cNvSpPr>
          <p:nvPr/>
        </p:nvSpPr>
        <p:spPr>
          <a:xfrm>
            <a:off x="5143826" y="3422176"/>
            <a:ext cx="38050" cy="224980"/>
          </a:xfrm>
          <a:custGeom>
            <a:avLst/>
            <a:gdLst/>
            <a:ahLst/>
            <a:cxnLst/>
            <a:rect l="0" t="0" r="0" b="0"/>
            <a:pathLst>
              <a:path w="38050" h="224980">
                <a:moveTo>
                  <a:pt x="0" y="224980"/>
                </a:moveTo>
                <a:lnTo>
                  <a:pt x="38050" y="0"/>
                </a:lnTo>
              </a:path>
            </a:pathLst>
          </a:custGeom>
          <a:noFill/>
          <a:ln w="6668">
            <a:solidFill>
              <a:srgbClr val="A7A7A7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1" name="assignment-I118-to-J10">
            <a:extLst>
              <a:ext uri="{FF2B5EF4-FFF2-40B4-BE49-F238E27FC236}">
                <a16:creationId xmlns:a16="http://schemas.microsoft.com/office/drawing/2014/main" id="{EC9A87C7-BB60-44E6-8D8D-02386C859806}"/>
              </a:ext>
            </a:extLst>
          </p:cNvPr>
          <p:cNvSpPr>
            <a:spLocks noGrp="1"/>
          </p:cNvSpPr>
          <p:nvPr/>
        </p:nvSpPr>
        <p:spPr>
          <a:xfrm>
            <a:off x="5176139" y="3422176"/>
            <a:ext cx="5738" cy="58283"/>
          </a:xfrm>
          <a:custGeom>
            <a:avLst/>
            <a:gdLst/>
            <a:ahLst/>
            <a:cxnLst/>
            <a:rect l="0" t="0" r="0" b="0"/>
            <a:pathLst>
              <a:path w="5738" h="58283">
                <a:moveTo>
                  <a:pt x="0" y="58283"/>
                </a:moveTo>
                <a:lnTo>
                  <a:pt x="5738" y="0"/>
                </a:lnTo>
              </a:path>
            </a:pathLst>
          </a:custGeom>
          <a:noFill/>
          <a:ln w="6668">
            <a:solidFill>
              <a:srgbClr val="A7A7A7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2" name="assignment-I119-to-J10">
            <a:extLst>
              <a:ext uri="{FF2B5EF4-FFF2-40B4-BE49-F238E27FC236}">
                <a16:creationId xmlns:a16="http://schemas.microsoft.com/office/drawing/2014/main" id="{11FC6821-67FE-4BCE-9BAB-3C3C9E5C6183}"/>
              </a:ext>
            </a:extLst>
          </p:cNvPr>
          <p:cNvSpPr>
            <a:spLocks noGrp="1"/>
          </p:cNvSpPr>
          <p:nvPr/>
        </p:nvSpPr>
        <p:spPr>
          <a:xfrm>
            <a:off x="5140202" y="3331580"/>
            <a:ext cx="41674" cy="90596"/>
          </a:xfrm>
          <a:custGeom>
            <a:avLst/>
            <a:gdLst/>
            <a:ahLst/>
            <a:cxnLst/>
            <a:rect l="0" t="0" r="0" b="0"/>
            <a:pathLst>
              <a:path w="41674" h="90596">
                <a:moveTo>
                  <a:pt x="0" y="0"/>
                </a:moveTo>
                <a:lnTo>
                  <a:pt x="41674" y="90596"/>
                </a:lnTo>
              </a:path>
            </a:pathLst>
          </a:custGeom>
          <a:noFill/>
          <a:ln w="6668">
            <a:solidFill>
              <a:srgbClr val="A7A7A7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3" name="assignment-I120-to-J10">
            <a:extLst>
              <a:ext uri="{FF2B5EF4-FFF2-40B4-BE49-F238E27FC236}">
                <a16:creationId xmlns:a16="http://schemas.microsoft.com/office/drawing/2014/main" id="{FD143217-470F-43CD-B5A8-E9DB546D99EA}"/>
              </a:ext>
            </a:extLst>
          </p:cNvPr>
          <p:cNvSpPr>
            <a:spLocks noGrp="1"/>
          </p:cNvSpPr>
          <p:nvPr/>
        </p:nvSpPr>
        <p:spPr>
          <a:xfrm>
            <a:off x="5167683" y="3164582"/>
            <a:ext cx="14193" cy="257595"/>
          </a:xfrm>
          <a:custGeom>
            <a:avLst/>
            <a:gdLst/>
            <a:ahLst/>
            <a:cxnLst/>
            <a:rect l="0" t="0" r="0" b="0"/>
            <a:pathLst>
              <a:path w="14193" h="257595">
                <a:moveTo>
                  <a:pt x="0" y="0"/>
                </a:moveTo>
                <a:lnTo>
                  <a:pt x="14193" y="257595"/>
                </a:lnTo>
              </a:path>
            </a:pathLst>
          </a:custGeom>
          <a:noFill/>
          <a:ln w="6668">
            <a:solidFill>
              <a:srgbClr val="A7A7A7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4" name="assignment-I121-to-J10">
            <a:extLst>
              <a:ext uri="{FF2B5EF4-FFF2-40B4-BE49-F238E27FC236}">
                <a16:creationId xmlns:a16="http://schemas.microsoft.com/office/drawing/2014/main" id="{00AFC2BC-FEDD-4311-9FC6-A539E9A488CE}"/>
              </a:ext>
            </a:extLst>
          </p:cNvPr>
          <p:cNvSpPr>
            <a:spLocks noGrp="1"/>
          </p:cNvSpPr>
          <p:nvPr/>
        </p:nvSpPr>
        <p:spPr>
          <a:xfrm>
            <a:off x="5165267" y="3023554"/>
            <a:ext cx="16609" cy="398623"/>
          </a:xfrm>
          <a:custGeom>
            <a:avLst/>
            <a:gdLst/>
            <a:ahLst/>
            <a:cxnLst/>
            <a:rect l="0" t="0" r="0" b="0"/>
            <a:pathLst>
              <a:path w="16609" h="398623">
                <a:moveTo>
                  <a:pt x="0" y="0"/>
                </a:moveTo>
                <a:lnTo>
                  <a:pt x="16609" y="398623"/>
                </a:lnTo>
              </a:path>
            </a:pathLst>
          </a:custGeom>
          <a:noFill/>
          <a:ln w="6668">
            <a:solidFill>
              <a:srgbClr val="A7A7A7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5" name="assignment-I122-to-J10">
            <a:extLst>
              <a:ext uri="{FF2B5EF4-FFF2-40B4-BE49-F238E27FC236}">
                <a16:creationId xmlns:a16="http://schemas.microsoft.com/office/drawing/2014/main" id="{F2B12253-3C4F-42C8-8AA3-114673F14B69}"/>
              </a:ext>
            </a:extLst>
          </p:cNvPr>
          <p:cNvSpPr>
            <a:spLocks noGrp="1"/>
          </p:cNvSpPr>
          <p:nvPr/>
        </p:nvSpPr>
        <p:spPr>
          <a:xfrm>
            <a:off x="5181877" y="3422176"/>
            <a:ext cx="100864" cy="200217"/>
          </a:xfrm>
          <a:custGeom>
            <a:avLst/>
            <a:gdLst/>
            <a:ahLst/>
            <a:cxnLst/>
            <a:rect l="0" t="0" r="0" b="0"/>
            <a:pathLst>
              <a:path w="100864" h="200217">
                <a:moveTo>
                  <a:pt x="100864" y="200217"/>
                </a:moveTo>
                <a:lnTo>
                  <a:pt x="0" y="0"/>
                </a:lnTo>
              </a:path>
            </a:pathLst>
          </a:custGeom>
          <a:noFill/>
          <a:ln w="6668">
            <a:solidFill>
              <a:srgbClr val="A7A7A7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6" name="assignment-I123-to-J10">
            <a:extLst>
              <a:ext uri="{FF2B5EF4-FFF2-40B4-BE49-F238E27FC236}">
                <a16:creationId xmlns:a16="http://schemas.microsoft.com/office/drawing/2014/main" id="{BC92DD78-3178-4DDA-90F5-02508CF1EBFB}"/>
              </a:ext>
            </a:extLst>
          </p:cNvPr>
          <p:cNvSpPr>
            <a:spLocks noGrp="1"/>
          </p:cNvSpPr>
          <p:nvPr/>
        </p:nvSpPr>
        <p:spPr>
          <a:xfrm>
            <a:off x="5181877" y="3422176"/>
            <a:ext cx="113245" cy="56774"/>
          </a:xfrm>
          <a:custGeom>
            <a:avLst/>
            <a:gdLst/>
            <a:ahLst/>
            <a:cxnLst/>
            <a:rect l="0" t="0" r="0" b="0"/>
            <a:pathLst>
              <a:path w="113245" h="56774">
                <a:moveTo>
                  <a:pt x="113245" y="56774"/>
                </a:moveTo>
                <a:lnTo>
                  <a:pt x="0" y="0"/>
                </a:lnTo>
              </a:path>
            </a:pathLst>
          </a:custGeom>
          <a:noFill/>
          <a:ln w="6668">
            <a:solidFill>
              <a:srgbClr val="A7A7A7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7" name="assignment-I124-to-J10">
            <a:extLst>
              <a:ext uri="{FF2B5EF4-FFF2-40B4-BE49-F238E27FC236}">
                <a16:creationId xmlns:a16="http://schemas.microsoft.com/office/drawing/2014/main" id="{03BC16F3-117D-43B1-90CB-C36AB14608D1}"/>
              </a:ext>
            </a:extLst>
          </p:cNvPr>
          <p:cNvSpPr>
            <a:spLocks noGrp="1"/>
          </p:cNvSpPr>
          <p:nvPr/>
        </p:nvSpPr>
        <p:spPr>
          <a:xfrm>
            <a:off x="5181877" y="3322219"/>
            <a:ext cx="103884" cy="99958"/>
          </a:xfrm>
          <a:custGeom>
            <a:avLst/>
            <a:gdLst/>
            <a:ahLst/>
            <a:cxnLst/>
            <a:rect l="0" t="0" r="0" b="0"/>
            <a:pathLst>
              <a:path w="103884" h="99958">
                <a:moveTo>
                  <a:pt x="103884" y="0"/>
                </a:moveTo>
                <a:lnTo>
                  <a:pt x="0" y="99958"/>
                </a:lnTo>
              </a:path>
            </a:pathLst>
          </a:custGeom>
          <a:noFill/>
          <a:ln w="6668">
            <a:solidFill>
              <a:srgbClr val="A7A7A7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8" name="assignment-I125-to-J10">
            <a:extLst>
              <a:ext uri="{FF2B5EF4-FFF2-40B4-BE49-F238E27FC236}">
                <a16:creationId xmlns:a16="http://schemas.microsoft.com/office/drawing/2014/main" id="{3410C513-419E-472E-B5CE-17D43C9F6575}"/>
              </a:ext>
            </a:extLst>
          </p:cNvPr>
          <p:cNvSpPr>
            <a:spLocks noGrp="1"/>
          </p:cNvSpPr>
          <p:nvPr/>
        </p:nvSpPr>
        <p:spPr>
          <a:xfrm>
            <a:off x="5181877" y="3172433"/>
            <a:ext cx="138008" cy="249743"/>
          </a:xfrm>
          <a:custGeom>
            <a:avLst/>
            <a:gdLst/>
            <a:ahLst/>
            <a:cxnLst/>
            <a:rect l="0" t="0" r="0" b="0"/>
            <a:pathLst>
              <a:path w="138008" h="249743">
                <a:moveTo>
                  <a:pt x="138008" y="0"/>
                </a:moveTo>
                <a:lnTo>
                  <a:pt x="0" y="249743"/>
                </a:lnTo>
              </a:path>
            </a:pathLst>
          </a:custGeom>
          <a:noFill/>
          <a:ln w="6668">
            <a:solidFill>
              <a:srgbClr val="A7A7A7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9" name="assignment-I126-to-J10">
            <a:extLst>
              <a:ext uri="{FF2B5EF4-FFF2-40B4-BE49-F238E27FC236}">
                <a16:creationId xmlns:a16="http://schemas.microsoft.com/office/drawing/2014/main" id="{E23E52EB-5B5F-4F4C-855C-1617A58D1ED4}"/>
              </a:ext>
            </a:extLst>
          </p:cNvPr>
          <p:cNvSpPr>
            <a:spLocks noGrp="1"/>
          </p:cNvSpPr>
          <p:nvPr/>
        </p:nvSpPr>
        <p:spPr>
          <a:xfrm>
            <a:off x="5181877" y="2977954"/>
            <a:ext cx="107809" cy="444223"/>
          </a:xfrm>
          <a:custGeom>
            <a:avLst/>
            <a:gdLst/>
            <a:ahLst/>
            <a:cxnLst/>
            <a:rect l="0" t="0" r="0" b="0"/>
            <a:pathLst>
              <a:path w="107809" h="444223">
                <a:moveTo>
                  <a:pt x="107809" y="0"/>
                </a:moveTo>
                <a:lnTo>
                  <a:pt x="0" y="444223"/>
                </a:lnTo>
              </a:path>
            </a:pathLst>
          </a:custGeom>
          <a:noFill/>
          <a:ln w="6668">
            <a:solidFill>
              <a:srgbClr val="A7A7A7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0" name="assignment-I127-to-J10">
            <a:extLst>
              <a:ext uri="{FF2B5EF4-FFF2-40B4-BE49-F238E27FC236}">
                <a16:creationId xmlns:a16="http://schemas.microsoft.com/office/drawing/2014/main" id="{DDF9BC97-8D8E-4D6C-A550-00FC2EB414DD}"/>
              </a:ext>
            </a:extLst>
          </p:cNvPr>
          <p:cNvSpPr>
            <a:spLocks noGrp="1"/>
          </p:cNvSpPr>
          <p:nvPr/>
        </p:nvSpPr>
        <p:spPr>
          <a:xfrm>
            <a:off x="5181877" y="3422176"/>
            <a:ext cx="255179" cy="72175"/>
          </a:xfrm>
          <a:custGeom>
            <a:avLst/>
            <a:gdLst/>
            <a:ahLst/>
            <a:cxnLst/>
            <a:rect l="0" t="0" r="0" b="0"/>
            <a:pathLst>
              <a:path w="255179" h="72175">
                <a:moveTo>
                  <a:pt x="255179" y="72175"/>
                </a:moveTo>
                <a:lnTo>
                  <a:pt x="0" y="0"/>
                </a:lnTo>
              </a:path>
            </a:pathLst>
          </a:custGeom>
          <a:noFill/>
          <a:ln w="6668">
            <a:solidFill>
              <a:srgbClr val="A7A7A7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1" name="assignment-I128-to-J10">
            <a:extLst>
              <a:ext uri="{FF2B5EF4-FFF2-40B4-BE49-F238E27FC236}">
                <a16:creationId xmlns:a16="http://schemas.microsoft.com/office/drawing/2014/main" id="{9378CC5C-9A58-4F65-8F00-EA267531B056}"/>
              </a:ext>
            </a:extLst>
          </p:cNvPr>
          <p:cNvSpPr>
            <a:spLocks noGrp="1"/>
          </p:cNvSpPr>
          <p:nvPr/>
        </p:nvSpPr>
        <p:spPr>
          <a:xfrm>
            <a:off x="5181877" y="3335506"/>
            <a:ext cx="254877" cy="86670"/>
          </a:xfrm>
          <a:custGeom>
            <a:avLst/>
            <a:gdLst/>
            <a:ahLst/>
            <a:cxnLst/>
            <a:rect l="0" t="0" r="0" b="0"/>
            <a:pathLst>
              <a:path w="254877" h="86670">
                <a:moveTo>
                  <a:pt x="254877" y="0"/>
                </a:moveTo>
                <a:lnTo>
                  <a:pt x="0" y="86670"/>
                </a:lnTo>
              </a:path>
            </a:pathLst>
          </a:custGeom>
          <a:noFill/>
          <a:ln w="6668">
            <a:solidFill>
              <a:srgbClr val="A7A7A7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2" name="assignment-I129-to-J10">
            <a:extLst>
              <a:ext uri="{FF2B5EF4-FFF2-40B4-BE49-F238E27FC236}">
                <a16:creationId xmlns:a16="http://schemas.microsoft.com/office/drawing/2014/main" id="{F98A393D-74F1-411D-97A5-E0489422BC5B}"/>
              </a:ext>
            </a:extLst>
          </p:cNvPr>
          <p:cNvSpPr>
            <a:spLocks noGrp="1"/>
          </p:cNvSpPr>
          <p:nvPr/>
        </p:nvSpPr>
        <p:spPr>
          <a:xfrm>
            <a:off x="5181877" y="2809143"/>
            <a:ext cx="268466" cy="613033"/>
          </a:xfrm>
          <a:custGeom>
            <a:avLst/>
            <a:gdLst/>
            <a:ahLst/>
            <a:cxnLst/>
            <a:rect l="0" t="0" r="0" b="0"/>
            <a:pathLst>
              <a:path w="268466" h="613033">
                <a:moveTo>
                  <a:pt x="268466" y="0"/>
                </a:moveTo>
                <a:lnTo>
                  <a:pt x="0" y="613033"/>
                </a:lnTo>
              </a:path>
            </a:pathLst>
          </a:custGeom>
          <a:noFill/>
          <a:ln w="6668">
            <a:solidFill>
              <a:srgbClr val="A7A7A7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3" name="transfer-J01-to-H05">
            <a:extLst>
              <a:ext uri="{FF2B5EF4-FFF2-40B4-BE49-F238E27FC236}">
                <a16:creationId xmlns:a16="http://schemas.microsoft.com/office/drawing/2014/main" id="{CF390008-A087-4840-A5E8-667AAE1FB85F}"/>
              </a:ext>
            </a:extLst>
          </p:cNvPr>
          <p:cNvSpPr>
            <a:spLocks noGrp="1"/>
          </p:cNvSpPr>
          <p:nvPr/>
        </p:nvSpPr>
        <p:spPr>
          <a:xfrm>
            <a:off x="4161161" y="3477138"/>
            <a:ext cx="27331" cy="112567"/>
          </a:xfrm>
          <a:custGeom>
            <a:avLst/>
            <a:gdLst/>
            <a:ahLst/>
            <a:cxnLst/>
            <a:rect l="0" t="0" r="0" b="0"/>
            <a:pathLst>
              <a:path w="27331" h="112567">
                <a:moveTo>
                  <a:pt x="0" y="0"/>
                </a:moveTo>
                <a:lnTo>
                  <a:pt x="27331" y="112567"/>
                </a:lnTo>
              </a:path>
            </a:pathLst>
          </a:custGeom>
          <a:noFill/>
          <a:ln w="14288">
            <a:solidFill>
              <a:srgbClr val="4D4D4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4" name="transfer-J02-to-H04">
            <a:extLst>
              <a:ext uri="{FF2B5EF4-FFF2-40B4-BE49-F238E27FC236}">
                <a16:creationId xmlns:a16="http://schemas.microsoft.com/office/drawing/2014/main" id="{8ABF365E-C701-4287-92E4-F78CB80B4F42}"/>
              </a:ext>
            </a:extLst>
          </p:cNvPr>
          <p:cNvSpPr>
            <a:spLocks noGrp="1"/>
          </p:cNvSpPr>
          <p:nvPr/>
        </p:nvSpPr>
        <p:spPr>
          <a:xfrm>
            <a:off x="3773410" y="4018601"/>
            <a:ext cx="121701" cy="56170"/>
          </a:xfrm>
          <a:custGeom>
            <a:avLst/>
            <a:gdLst/>
            <a:ahLst/>
            <a:cxnLst/>
            <a:rect l="0" t="0" r="0" b="0"/>
            <a:pathLst>
              <a:path w="121701" h="56170">
                <a:moveTo>
                  <a:pt x="0" y="56170"/>
                </a:moveTo>
                <a:lnTo>
                  <a:pt x="121701" y="0"/>
                </a:lnTo>
              </a:path>
            </a:pathLst>
          </a:custGeom>
          <a:noFill/>
          <a:ln w="14288">
            <a:solidFill>
              <a:srgbClr val="4D4D4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5" name="transfer-J03-to-H09">
            <a:extLst>
              <a:ext uri="{FF2B5EF4-FFF2-40B4-BE49-F238E27FC236}">
                <a16:creationId xmlns:a16="http://schemas.microsoft.com/office/drawing/2014/main" id="{A35BF667-49C0-4347-B5EE-333B0D0A5A3F}"/>
              </a:ext>
            </a:extLst>
          </p:cNvPr>
          <p:cNvSpPr>
            <a:spLocks noGrp="1"/>
          </p:cNvSpPr>
          <p:nvPr/>
        </p:nvSpPr>
        <p:spPr>
          <a:xfrm>
            <a:off x="3899527" y="3980248"/>
            <a:ext cx="254386" cy="43963"/>
          </a:xfrm>
          <a:custGeom>
            <a:avLst/>
            <a:gdLst/>
            <a:ahLst/>
            <a:cxnLst/>
            <a:rect l="0" t="0" r="0" b="0"/>
            <a:pathLst>
              <a:path w="254386" h="43963">
                <a:moveTo>
                  <a:pt x="254386" y="0"/>
                </a:moveTo>
                <a:lnTo>
                  <a:pt x="0" y="43963"/>
                </a:lnTo>
              </a:path>
            </a:pathLst>
          </a:custGeom>
          <a:noFill/>
          <a:ln w="14288">
            <a:solidFill>
              <a:srgbClr val="4D4D4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6" name="transfer-J04-to-H14">
            <a:extLst>
              <a:ext uri="{FF2B5EF4-FFF2-40B4-BE49-F238E27FC236}">
                <a16:creationId xmlns:a16="http://schemas.microsoft.com/office/drawing/2014/main" id="{60749376-7BDE-460A-9655-369AE08085C8}"/>
              </a:ext>
            </a:extLst>
          </p:cNvPr>
          <p:cNvSpPr>
            <a:spLocks noGrp="1"/>
          </p:cNvSpPr>
          <p:nvPr/>
        </p:nvSpPr>
        <p:spPr>
          <a:xfrm>
            <a:off x="4494635" y="3424428"/>
            <a:ext cx="50653" cy="235714"/>
          </a:xfrm>
          <a:custGeom>
            <a:avLst/>
            <a:gdLst/>
            <a:ahLst/>
            <a:cxnLst/>
            <a:rect l="0" t="0" r="0" b="0"/>
            <a:pathLst>
              <a:path w="50653" h="235714">
                <a:moveTo>
                  <a:pt x="50653" y="235714"/>
                </a:moveTo>
                <a:lnTo>
                  <a:pt x="0" y="0"/>
                </a:lnTo>
              </a:path>
            </a:pathLst>
          </a:custGeom>
          <a:noFill/>
          <a:ln w="14288">
            <a:solidFill>
              <a:srgbClr val="4D4D4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7" name="transfer-J05-to-H04">
            <a:extLst>
              <a:ext uri="{FF2B5EF4-FFF2-40B4-BE49-F238E27FC236}">
                <a16:creationId xmlns:a16="http://schemas.microsoft.com/office/drawing/2014/main" id="{E3AE159B-9062-4ED4-8B18-52CA5BAE8DE6}"/>
              </a:ext>
            </a:extLst>
          </p:cNvPr>
          <p:cNvSpPr>
            <a:spLocks noGrp="1"/>
          </p:cNvSpPr>
          <p:nvPr/>
        </p:nvSpPr>
        <p:spPr>
          <a:xfrm>
            <a:off x="3690061" y="3843146"/>
            <a:ext cx="205049" cy="175454"/>
          </a:xfrm>
          <a:custGeom>
            <a:avLst/>
            <a:gdLst/>
            <a:ahLst/>
            <a:cxnLst/>
            <a:rect l="0" t="0" r="0" b="0"/>
            <a:pathLst>
              <a:path w="205049" h="175454">
                <a:moveTo>
                  <a:pt x="0" y="0"/>
                </a:moveTo>
                <a:lnTo>
                  <a:pt x="205049" y="175454"/>
                </a:lnTo>
              </a:path>
            </a:pathLst>
          </a:custGeom>
          <a:noFill/>
          <a:ln w="14288">
            <a:solidFill>
              <a:srgbClr val="4D4D4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8" name="transfer-J06-to-H01">
            <a:extLst>
              <a:ext uri="{FF2B5EF4-FFF2-40B4-BE49-F238E27FC236}">
                <a16:creationId xmlns:a16="http://schemas.microsoft.com/office/drawing/2014/main" id="{A12732FB-74A9-40A9-9008-8E4FD1D210A7}"/>
              </a:ext>
            </a:extLst>
          </p:cNvPr>
          <p:cNvSpPr>
            <a:spLocks noGrp="1"/>
          </p:cNvSpPr>
          <p:nvPr/>
        </p:nvSpPr>
        <p:spPr>
          <a:xfrm>
            <a:off x="4297961" y="3607596"/>
            <a:ext cx="66135" cy="41976"/>
          </a:xfrm>
          <a:custGeom>
            <a:avLst/>
            <a:gdLst/>
            <a:ahLst/>
            <a:cxnLst/>
            <a:rect l="0" t="0" r="0" b="0"/>
            <a:pathLst>
              <a:path w="66135" h="41976">
                <a:moveTo>
                  <a:pt x="66135" y="0"/>
                </a:moveTo>
                <a:lnTo>
                  <a:pt x="0" y="41976"/>
                </a:lnTo>
              </a:path>
            </a:pathLst>
          </a:custGeom>
          <a:noFill/>
          <a:ln w="14288">
            <a:solidFill>
              <a:srgbClr val="4D4D4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9" name="transfer-J07-to-H04">
            <a:extLst>
              <a:ext uri="{FF2B5EF4-FFF2-40B4-BE49-F238E27FC236}">
                <a16:creationId xmlns:a16="http://schemas.microsoft.com/office/drawing/2014/main" id="{5DD754D4-A718-4CF3-8EF5-52DD75FE7EA7}"/>
              </a:ext>
            </a:extLst>
          </p:cNvPr>
          <p:cNvSpPr>
            <a:spLocks noGrp="1"/>
          </p:cNvSpPr>
          <p:nvPr/>
        </p:nvSpPr>
        <p:spPr>
          <a:xfrm>
            <a:off x="3726300" y="3984174"/>
            <a:ext cx="168811" cy="34427"/>
          </a:xfrm>
          <a:custGeom>
            <a:avLst/>
            <a:gdLst/>
            <a:ahLst/>
            <a:cxnLst/>
            <a:rect l="0" t="0" r="0" b="0"/>
            <a:pathLst>
              <a:path w="168811" h="34427">
                <a:moveTo>
                  <a:pt x="0" y="0"/>
                </a:moveTo>
                <a:lnTo>
                  <a:pt x="168811" y="34427"/>
                </a:lnTo>
              </a:path>
            </a:pathLst>
          </a:custGeom>
          <a:noFill/>
          <a:ln w="14288">
            <a:solidFill>
              <a:srgbClr val="4D4D4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0" name="transfer-J08-to-H12">
            <a:extLst>
              <a:ext uri="{FF2B5EF4-FFF2-40B4-BE49-F238E27FC236}">
                <a16:creationId xmlns:a16="http://schemas.microsoft.com/office/drawing/2014/main" id="{1AADE01B-993B-4051-A309-BE67C3046005}"/>
              </a:ext>
            </a:extLst>
          </p:cNvPr>
          <p:cNvSpPr>
            <a:spLocks noGrp="1"/>
          </p:cNvSpPr>
          <p:nvPr/>
        </p:nvSpPr>
        <p:spPr>
          <a:xfrm>
            <a:off x="3795694" y="3075193"/>
            <a:ext cx="148338" cy="110495"/>
          </a:xfrm>
          <a:custGeom>
            <a:avLst/>
            <a:gdLst/>
            <a:ahLst/>
            <a:cxnLst/>
            <a:rect l="0" t="0" r="0" b="0"/>
            <a:pathLst>
              <a:path w="148338" h="110495">
                <a:moveTo>
                  <a:pt x="148338" y="0"/>
                </a:moveTo>
                <a:lnTo>
                  <a:pt x="0" y="110495"/>
                </a:lnTo>
              </a:path>
            </a:pathLst>
          </a:custGeom>
          <a:noFill/>
          <a:ln w="14288">
            <a:solidFill>
              <a:srgbClr val="4D4D4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1" name="transfer-J09-to-H06">
            <a:extLst>
              <a:ext uri="{FF2B5EF4-FFF2-40B4-BE49-F238E27FC236}">
                <a16:creationId xmlns:a16="http://schemas.microsoft.com/office/drawing/2014/main" id="{D897EF2A-5430-41EE-A0A6-ED08F1B625A8}"/>
              </a:ext>
            </a:extLst>
          </p:cNvPr>
          <p:cNvSpPr>
            <a:spLocks noGrp="1"/>
          </p:cNvSpPr>
          <p:nvPr/>
        </p:nvSpPr>
        <p:spPr>
          <a:xfrm>
            <a:off x="4516623" y="3077005"/>
            <a:ext cx="116845" cy="117662"/>
          </a:xfrm>
          <a:custGeom>
            <a:avLst/>
            <a:gdLst/>
            <a:ahLst/>
            <a:cxnLst/>
            <a:rect l="0" t="0" r="0" b="0"/>
            <a:pathLst>
              <a:path w="116845" h="117662">
                <a:moveTo>
                  <a:pt x="116845" y="0"/>
                </a:moveTo>
                <a:lnTo>
                  <a:pt x="0" y="117662"/>
                </a:lnTo>
              </a:path>
            </a:pathLst>
          </a:custGeom>
          <a:noFill/>
          <a:ln w="14288">
            <a:solidFill>
              <a:srgbClr val="4D4D4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2" name="transfer-J10-to-H03">
            <a:extLst>
              <a:ext uri="{FF2B5EF4-FFF2-40B4-BE49-F238E27FC236}">
                <a16:creationId xmlns:a16="http://schemas.microsoft.com/office/drawing/2014/main" id="{6F5DC1F7-ACFC-49B4-A419-6BE18DD0272B}"/>
              </a:ext>
            </a:extLst>
          </p:cNvPr>
          <p:cNvSpPr>
            <a:spLocks noGrp="1"/>
          </p:cNvSpPr>
          <p:nvPr/>
        </p:nvSpPr>
        <p:spPr>
          <a:xfrm>
            <a:off x="4497272" y="3422176"/>
            <a:ext cx="684604" cy="604"/>
          </a:xfrm>
          <a:custGeom>
            <a:avLst/>
            <a:gdLst/>
            <a:ahLst/>
            <a:cxnLst/>
            <a:rect l="0" t="0" r="0" b="0"/>
            <a:pathLst>
              <a:path w="684604" h="604">
                <a:moveTo>
                  <a:pt x="684604" y="0"/>
                </a:moveTo>
                <a:lnTo>
                  <a:pt x="0" y="604"/>
                </a:lnTo>
              </a:path>
            </a:pathLst>
          </a:custGeom>
          <a:noFill/>
          <a:ln w="14288">
            <a:solidFill>
              <a:srgbClr val="4D4D4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3" name="disaster-I001">
            <a:extLst>
              <a:ext uri="{FF2B5EF4-FFF2-40B4-BE49-F238E27FC236}">
                <a16:creationId xmlns:a16="http://schemas.microsoft.com/office/drawing/2014/main" id="{77F6D4C4-DBD3-4EA3-B2D9-C58A01A72631}"/>
              </a:ext>
            </a:extLst>
          </p:cNvPr>
          <p:cNvSpPr>
            <a:spLocks noGrp="1"/>
          </p:cNvSpPr>
          <p:nvPr/>
        </p:nvSpPr>
        <p:spPr>
          <a:xfrm>
            <a:off x="3557370" y="3968050"/>
            <a:ext cx="66675" cy="66675"/>
          </a:xfrm>
          <a:prstGeom prst="triangle">
            <a:avLst/>
          </a:prstGeom>
          <a:solidFill>
            <a:srgbClr val="2B6CB0"/>
          </a:solidFill>
          <a:ln w="571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4" name="disaster-I002">
            <a:extLst>
              <a:ext uri="{FF2B5EF4-FFF2-40B4-BE49-F238E27FC236}">
                <a16:creationId xmlns:a16="http://schemas.microsoft.com/office/drawing/2014/main" id="{E230CEEC-7776-4CF7-B156-238D31DEC102}"/>
              </a:ext>
            </a:extLst>
          </p:cNvPr>
          <p:cNvSpPr>
            <a:spLocks noGrp="1"/>
          </p:cNvSpPr>
          <p:nvPr/>
        </p:nvSpPr>
        <p:spPr>
          <a:xfrm>
            <a:off x="3888348" y="3628315"/>
            <a:ext cx="66675" cy="66675"/>
          </a:xfrm>
          <a:prstGeom prst="triangle">
            <a:avLst/>
          </a:prstGeom>
          <a:solidFill>
            <a:srgbClr val="2B6CB0"/>
          </a:solidFill>
          <a:ln w="571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5" name="disaster-I003">
            <a:extLst>
              <a:ext uri="{FF2B5EF4-FFF2-40B4-BE49-F238E27FC236}">
                <a16:creationId xmlns:a16="http://schemas.microsoft.com/office/drawing/2014/main" id="{C3DF4B56-05EC-4423-9925-2CA4DC38D265}"/>
              </a:ext>
            </a:extLst>
          </p:cNvPr>
          <p:cNvSpPr>
            <a:spLocks noGrp="1"/>
          </p:cNvSpPr>
          <p:nvPr/>
        </p:nvSpPr>
        <p:spPr>
          <a:xfrm>
            <a:off x="4054742" y="3957782"/>
            <a:ext cx="66675" cy="66675"/>
          </a:xfrm>
          <a:prstGeom prst="triangle">
            <a:avLst/>
          </a:prstGeom>
          <a:solidFill>
            <a:srgbClr val="2B6CB0"/>
          </a:solidFill>
          <a:ln w="571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6" name="disaster-I004">
            <a:extLst>
              <a:ext uri="{FF2B5EF4-FFF2-40B4-BE49-F238E27FC236}">
                <a16:creationId xmlns:a16="http://schemas.microsoft.com/office/drawing/2014/main" id="{94B0294C-9382-42C1-876A-8D9238124CD2}"/>
              </a:ext>
            </a:extLst>
          </p:cNvPr>
          <p:cNvSpPr>
            <a:spLocks noGrp="1"/>
          </p:cNvSpPr>
          <p:nvPr/>
        </p:nvSpPr>
        <p:spPr>
          <a:xfrm>
            <a:off x="4052327" y="3832458"/>
            <a:ext cx="66675" cy="66675"/>
          </a:xfrm>
          <a:prstGeom prst="triangle">
            <a:avLst/>
          </a:prstGeom>
          <a:solidFill>
            <a:srgbClr val="2B6CB0"/>
          </a:solidFill>
          <a:ln w="571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7" name="disaster-I005">
            <a:extLst>
              <a:ext uri="{FF2B5EF4-FFF2-40B4-BE49-F238E27FC236}">
                <a16:creationId xmlns:a16="http://schemas.microsoft.com/office/drawing/2014/main" id="{D886C436-4BFA-4750-9373-066373E5D6DD}"/>
              </a:ext>
            </a:extLst>
          </p:cNvPr>
          <p:cNvSpPr>
            <a:spLocks noGrp="1"/>
          </p:cNvSpPr>
          <p:nvPr/>
        </p:nvSpPr>
        <p:spPr>
          <a:xfrm>
            <a:off x="4200300" y="3628617"/>
            <a:ext cx="66675" cy="66675"/>
          </a:xfrm>
          <a:prstGeom prst="triangle">
            <a:avLst/>
          </a:prstGeom>
          <a:solidFill>
            <a:srgbClr val="2B6CB0"/>
          </a:solidFill>
          <a:ln w="571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8" name="disaster-I006">
            <a:extLst>
              <a:ext uri="{FF2B5EF4-FFF2-40B4-BE49-F238E27FC236}">
                <a16:creationId xmlns:a16="http://schemas.microsoft.com/office/drawing/2014/main" id="{A1A81696-13A3-483D-9F0A-7C7CF60CF2AE}"/>
              </a:ext>
            </a:extLst>
          </p:cNvPr>
          <p:cNvSpPr>
            <a:spLocks noGrp="1"/>
          </p:cNvSpPr>
          <p:nvPr/>
        </p:nvSpPr>
        <p:spPr>
          <a:xfrm>
            <a:off x="4175537" y="3462826"/>
            <a:ext cx="66675" cy="66675"/>
          </a:xfrm>
          <a:prstGeom prst="triangle">
            <a:avLst/>
          </a:prstGeom>
          <a:solidFill>
            <a:srgbClr val="2B6CB0"/>
          </a:solidFill>
          <a:ln w="571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9" name="disaster-I007">
            <a:extLst>
              <a:ext uri="{FF2B5EF4-FFF2-40B4-BE49-F238E27FC236}">
                <a16:creationId xmlns:a16="http://schemas.microsoft.com/office/drawing/2014/main" id="{47ECC1EE-5B01-49F8-86F3-00E189453391}"/>
              </a:ext>
            </a:extLst>
          </p:cNvPr>
          <p:cNvSpPr>
            <a:spLocks noGrp="1"/>
          </p:cNvSpPr>
          <p:nvPr/>
        </p:nvSpPr>
        <p:spPr>
          <a:xfrm>
            <a:off x="4330155" y="3618047"/>
            <a:ext cx="66675" cy="66675"/>
          </a:xfrm>
          <a:prstGeom prst="triangle">
            <a:avLst/>
          </a:prstGeom>
          <a:solidFill>
            <a:srgbClr val="2B6CB0"/>
          </a:solidFill>
          <a:ln w="571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0" name="disaster-I008">
            <a:extLst>
              <a:ext uri="{FF2B5EF4-FFF2-40B4-BE49-F238E27FC236}">
                <a16:creationId xmlns:a16="http://schemas.microsoft.com/office/drawing/2014/main" id="{E9FD4FD1-F216-4ABF-A460-EB791633FDA6}"/>
              </a:ext>
            </a:extLst>
          </p:cNvPr>
          <p:cNvSpPr>
            <a:spLocks noGrp="1"/>
          </p:cNvSpPr>
          <p:nvPr/>
        </p:nvSpPr>
        <p:spPr>
          <a:xfrm>
            <a:off x="4344348" y="3448028"/>
            <a:ext cx="66675" cy="66675"/>
          </a:xfrm>
          <a:prstGeom prst="triangle">
            <a:avLst/>
          </a:prstGeom>
          <a:solidFill>
            <a:srgbClr val="2B6CB0"/>
          </a:solidFill>
          <a:ln w="571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1" name="disaster-I009">
            <a:extLst>
              <a:ext uri="{FF2B5EF4-FFF2-40B4-BE49-F238E27FC236}">
                <a16:creationId xmlns:a16="http://schemas.microsoft.com/office/drawing/2014/main" id="{8035EC90-9A44-43B5-A7E9-422235E9DF3F}"/>
              </a:ext>
            </a:extLst>
          </p:cNvPr>
          <p:cNvSpPr>
            <a:spLocks noGrp="1"/>
          </p:cNvSpPr>
          <p:nvPr/>
        </p:nvSpPr>
        <p:spPr>
          <a:xfrm>
            <a:off x="4511951" y="3626805"/>
            <a:ext cx="66675" cy="66675"/>
          </a:xfrm>
          <a:prstGeom prst="triangle">
            <a:avLst/>
          </a:prstGeom>
          <a:solidFill>
            <a:srgbClr val="2B6CB0"/>
          </a:solidFill>
          <a:ln w="571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2" name="disaster-I010">
            <a:extLst>
              <a:ext uri="{FF2B5EF4-FFF2-40B4-BE49-F238E27FC236}">
                <a16:creationId xmlns:a16="http://schemas.microsoft.com/office/drawing/2014/main" id="{D68578E1-0047-46A6-B428-2A25F786B07C}"/>
              </a:ext>
            </a:extLst>
          </p:cNvPr>
          <p:cNvSpPr>
            <a:spLocks noGrp="1"/>
          </p:cNvSpPr>
          <p:nvPr/>
        </p:nvSpPr>
        <p:spPr>
          <a:xfrm>
            <a:off x="4490208" y="3446518"/>
            <a:ext cx="66675" cy="66675"/>
          </a:xfrm>
          <a:prstGeom prst="triangle">
            <a:avLst/>
          </a:prstGeom>
          <a:solidFill>
            <a:srgbClr val="2B6CB0"/>
          </a:solidFill>
          <a:ln w="571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3" name="disaster-I011">
            <a:extLst>
              <a:ext uri="{FF2B5EF4-FFF2-40B4-BE49-F238E27FC236}">
                <a16:creationId xmlns:a16="http://schemas.microsoft.com/office/drawing/2014/main" id="{1ED9A8CD-FE17-4CC8-BFD8-B7B664BBAA41}"/>
              </a:ext>
            </a:extLst>
          </p:cNvPr>
          <p:cNvSpPr>
            <a:spLocks noGrp="1"/>
          </p:cNvSpPr>
          <p:nvPr/>
        </p:nvSpPr>
        <p:spPr>
          <a:xfrm>
            <a:off x="2657751" y="4144712"/>
            <a:ext cx="66675" cy="66675"/>
          </a:xfrm>
          <a:prstGeom prst="triangle">
            <a:avLst/>
          </a:prstGeom>
          <a:solidFill>
            <a:srgbClr val="2B6CB0"/>
          </a:solidFill>
          <a:ln w="571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4" name="disaster-I012">
            <a:extLst>
              <a:ext uri="{FF2B5EF4-FFF2-40B4-BE49-F238E27FC236}">
                <a16:creationId xmlns:a16="http://schemas.microsoft.com/office/drawing/2014/main" id="{2A056BA7-49C6-4A77-B88E-E4E4496DDFF2}"/>
              </a:ext>
            </a:extLst>
          </p:cNvPr>
          <p:cNvSpPr>
            <a:spLocks noGrp="1"/>
          </p:cNvSpPr>
          <p:nvPr/>
        </p:nvSpPr>
        <p:spPr>
          <a:xfrm>
            <a:off x="2665603" y="3993115"/>
            <a:ext cx="66675" cy="66675"/>
          </a:xfrm>
          <a:prstGeom prst="triangle">
            <a:avLst/>
          </a:prstGeom>
          <a:solidFill>
            <a:srgbClr val="2B6CB0"/>
          </a:solidFill>
          <a:ln w="571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5" name="disaster-I013">
            <a:extLst>
              <a:ext uri="{FF2B5EF4-FFF2-40B4-BE49-F238E27FC236}">
                <a16:creationId xmlns:a16="http://schemas.microsoft.com/office/drawing/2014/main" id="{D14CA470-D653-402C-A0F6-EA84C57DF799}"/>
              </a:ext>
            </a:extLst>
          </p:cNvPr>
          <p:cNvSpPr>
            <a:spLocks noGrp="1"/>
          </p:cNvSpPr>
          <p:nvPr/>
        </p:nvSpPr>
        <p:spPr>
          <a:xfrm>
            <a:off x="2671340" y="3799239"/>
            <a:ext cx="66675" cy="66675"/>
          </a:xfrm>
          <a:prstGeom prst="triangle">
            <a:avLst/>
          </a:prstGeom>
          <a:solidFill>
            <a:srgbClr val="2B6CB0"/>
          </a:solidFill>
          <a:ln w="571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6" name="disaster-I014">
            <a:extLst>
              <a:ext uri="{FF2B5EF4-FFF2-40B4-BE49-F238E27FC236}">
                <a16:creationId xmlns:a16="http://schemas.microsoft.com/office/drawing/2014/main" id="{1CFAF721-A8C5-4B88-B5FA-AE36A5D141EF}"/>
              </a:ext>
            </a:extLst>
          </p:cNvPr>
          <p:cNvSpPr>
            <a:spLocks noGrp="1"/>
          </p:cNvSpPr>
          <p:nvPr/>
        </p:nvSpPr>
        <p:spPr>
          <a:xfrm>
            <a:off x="2815086" y="4126593"/>
            <a:ext cx="66675" cy="66675"/>
          </a:xfrm>
          <a:prstGeom prst="triangle">
            <a:avLst/>
          </a:prstGeom>
          <a:solidFill>
            <a:srgbClr val="2B6CB0"/>
          </a:solidFill>
          <a:ln w="571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7" name="disaster-I015">
            <a:extLst>
              <a:ext uri="{FF2B5EF4-FFF2-40B4-BE49-F238E27FC236}">
                <a16:creationId xmlns:a16="http://schemas.microsoft.com/office/drawing/2014/main" id="{44859AAE-5E77-4E04-AAC5-D51215D85620}"/>
              </a:ext>
            </a:extLst>
          </p:cNvPr>
          <p:cNvSpPr>
            <a:spLocks noGrp="1"/>
          </p:cNvSpPr>
          <p:nvPr/>
        </p:nvSpPr>
        <p:spPr>
          <a:xfrm>
            <a:off x="2822636" y="3968654"/>
            <a:ext cx="66675" cy="66675"/>
          </a:xfrm>
          <a:prstGeom prst="triangle">
            <a:avLst/>
          </a:prstGeom>
          <a:solidFill>
            <a:srgbClr val="2B6CB0"/>
          </a:solidFill>
          <a:ln w="571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8" name="disaster-I016">
            <a:extLst>
              <a:ext uri="{FF2B5EF4-FFF2-40B4-BE49-F238E27FC236}">
                <a16:creationId xmlns:a16="http://schemas.microsoft.com/office/drawing/2014/main" id="{5AAF817E-F193-44B9-BC84-41D192A5B17A}"/>
              </a:ext>
            </a:extLst>
          </p:cNvPr>
          <p:cNvSpPr>
            <a:spLocks noGrp="1"/>
          </p:cNvSpPr>
          <p:nvPr/>
        </p:nvSpPr>
        <p:spPr>
          <a:xfrm>
            <a:off x="2854042" y="3796823"/>
            <a:ext cx="66675" cy="66675"/>
          </a:xfrm>
          <a:prstGeom prst="triangle">
            <a:avLst/>
          </a:prstGeom>
          <a:solidFill>
            <a:srgbClr val="2B6CB0"/>
          </a:solidFill>
          <a:ln w="571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9" name="disaster-I017">
            <a:extLst>
              <a:ext uri="{FF2B5EF4-FFF2-40B4-BE49-F238E27FC236}">
                <a16:creationId xmlns:a16="http://schemas.microsoft.com/office/drawing/2014/main" id="{F0AC0840-C1D6-43A8-8EBC-0E34FD7BAD11}"/>
              </a:ext>
            </a:extLst>
          </p:cNvPr>
          <p:cNvSpPr>
            <a:spLocks noGrp="1"/>
          </p:cNvSpPr>
          <p:nvPr/>
        </p:nvSpPr>
        <p:spPr>
          <a:xfrm>
            <a:off x="2828374" y="3659419"/>
            <a:ext cx="66675" cy="66675"/>
          </a:xfrm>
          <a:prstGeom prst="triangle">
            <a:avLst/>
          </a:prstGeom>
          <a:solidFill>
            <a:srgbClr val="2B6CB0"/>
          </a:solidFill>
          <a:ln w="571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0" name="disaster-I018">
            <a:extLst>
              <a:ext uri="{FF2B5EF4-FFF2-40B4-BE49-F238E27FC236}">
                <a16:creationId xmlns:a16="http://schemas.microsoft.com/office/drawing/2014/main" id="{66F61F9D-9C21-4E1D-A0E1-B0FE6C5E8883}"/>
              </a:ext>
            </a:extLst>
          </p:cNvPr>
          <p:cNvSpPr>
            <a:spLocks noGrp="1"/>
          </p:cNvSpPr>
          <p:nvPr/>
        </p:nvSpPr>
        <p:spPr>
          <a:xfrm>
            <a:off x="2830186" y="3487287"/>
            <a:ext cx="66675" cy="66675"/>
          </a:xfrm>
          <a:prstGeom prst="triangle">
            <a:avLst/>
          </a:prstGeom>
          <a:solidFill>
            <a:srgbClr val="2B6CB0"/>
          </a:solidFill>
          <a:ln w="571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1" name="disaster-I019">
            <a:extLst>
              <a:ext uri="{FF2B5EF4-FFF2-40B4-BE49-F238E27FC236}">
                <a16:creationId xmlns:a16="http://schemas.microsoft.com/office/drawing/2014/main" id="{6B1885E4-2D98-4297-9E3D-BD19040D9227}"/>
              </a:ext>
            </a:extLst>
          </p:cNvPr>
          <p:cNvSpPr>
            <a:spLocks noGrp="1"/>
          </p:cNvSpPr>
          <p:nvPr/>
        </p:nvSpPr>
        <p:spPr>
          <a:xfrm>
            <a:off x="2844681" y="3358942"/>
            <a:ext cx="66675" cy="66675"/>
          </a:xfrm>
          <a:prstGeom prst="triangle">
            <a:avLst/>
          </a:prstGeom>
          <a:solidFill>
            <a:srgbClr val="2B6CB0"/>
          </a:solidFill>
          <a:ln w="571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2" name="disaster-I020">
            <a:extLst>
              <a:ext uri="{FF2B5EF4-FFF2-40B4-BE49-F238E27FC236}">
                <a16:creationId xmlns:a16="http://schemas.microsoft.com/office/drawing/2014/main" id="{DE627CCE-719E-4EEF-95AD-13BFACED53FA}"/>
              </a:ext>
            </a:extLst>
          </p:cNvPr>
          <p:cNvSpPr>
            <a:spLocks noGrp="1"/>
          </p:cNvSpPr>
          <p:nvPr/>
        </p:nvSpPr>
        <p:spPr>
          <a:xfrm>
            <a:off x="2977857" y="3942985"/>
            <a:ext cx="66675" cy="66675"/>
          </a:xfrm>
          <a:prstGeom prst="triangle">
            <a:avLst/>
          </a:prstGeom>
          <a:solidFill>
            <a:srgbClr val="2B6CB0"/>
          </a:solidFill>
          <a:ln w="571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3" name="disaster-I021">
            <a:extLst>
              <a:ext uri="{FF2B5EF4-FFF2-40B4-BE49-F238E27FC236}">
                <a16:creationId xmlns:a16="http://schemas.microsoft.com/office/drawing/2014/main" id="{3A837DB6-6B74-486F-B601-C752B3DDCD86}"/>
              </a:ext>
            </a:extLst>
          </p:cNvPr>
          <p:cNvSpPr>
            <a:spLocks noGrp="1"/>
          </p:cNvSpPr>
          <p:nvPr/>
        </p:nvSpPr>
        <p:spPr>
          <a:xfrm>
            <a:off x="2979065" y="3794709"/>
            <a:ext cx="66675" cy="66675"/>
          </a:xfrm>
          <a:prstGeom prst="triangle">
            <a:avLst/>
          </a:prstGeom>
          <a:solidFill>
            <a:srgbClr val="2B6CB0"/>
          </a:solidFill>
          <a:ln w="571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4" name="disaster-I022">
            <a:extLst>
              <a:ext uri="{FF2B5EF4-FFF2-40B4-BE49-F238E27FC236}">
                <a16:creationId xmlns:a16="http://schemas.microsoft.com/office/drawing/2014/main" id="{31C5CD6F-D4CD-4401-8D1F-5802F3C00CFA}"/>
              </a:ext>
            </a:extLst>
          </p:cNvPr>
          <p:cNvSpPr>
            <a:spLocks noGrp="1"/>
          </p:cNvSpPr>
          <p:nvPr/>
        </p:nvSpPr>
        <p:spPr>
          <a:xfrm>
            <a:off x="2972421" y="3625597"/>
            <a:ext cx="66675" cy="66675"/>
          </a:xfrm>
          <a:prstGeom prst="triangle">
            <a:avLst/>
          </a:prstGeom>
          <a:solidFill>
            <a:srgbClr val="2B6CB0"/>
          </a:solidFill>
          <a:ln w="571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5" name="disaster-I023">
            <a:extLst>
              <a:ext uri="{FF2B5EF4-FFF2-40B4-BE49-F238E27FC236}">
                <a16:creationId xmlns:a16="http://schemas.microsoft.com/office/drawing/2014/main" id="{93FD5B01-D3FB-4CBF-B4D1-37E9BDAEB4B7}"/>
              </a:ext>
            </a:extLst>
          </p:cNvPr>
          <p:cNvSpPr>
            <a:spLocks noGrp="1"/>
          </p:cNvSpPr>
          <p:nvPr/>
        </p:nvSpPr>
        <p:spPr>
          <a:xfrm>
            <a:off x="2957322" y="3482455"/>
            <a:ext cx="66675" cy="66675"/>
          </a:xfrm>
          <a:prstGeom prst="triangle">
            <a:avLst/>
          </a:prstGeom>
          <a:solidFill>
            <a:srgbClr val="2B6CB0"/>
          </a:solidFill>
          <a:ln w="571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6" name="disaster-I024">
            <a:extLst>
              <a:ext uri="{FF2B5EF4-FFF2-40B4-BE49-F238E27FC236}">
                <a16:creationId xmlns:a16="http://schemas.microsoft.com/office/drawing/2014/main" id="{B8C890B0-416D-4B5C-8B2B-3094DE2C5AA5}"/>
              </a:ext>
            </a:extLst>
          </p:cNvPr>
          <p:cNvSpPr>
            <a:spLocks noGrp="1"/>
          </p:cNvSpPr>
          <p:nvPr/>
        </p:nvSpPr>
        <p:spPr>
          <a:xfrm>
            <a:off x="2969401" y="3301867"/>
            <a:ext cx="66675" cy="66675"/>
          </a:xfrm>
          <a:prstGeom prst="triangle">
            <a:avLst/>
          </a:prstGeom>
          <a:solidFill>
            <a:srgbClr val="2B6CB0"/>
          </a:solidFill>
          <a:ln w="571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7" name="disaster-I025">
            <a:extLst>
              <a:ext uri="{FF2B5EF4-FFF2-40B4-BE49-F238E27FC236}">
                <a16:creationId xmlns:a16="http://schemas.microsoft.com/office/drawing/2014/main" id="{222B1AAE-6133-463D-ADB0-19A68269DEF3}"/>
              </a:ext>
            </a:extLst>
          </p:cNvPr>
          <p:cNvSpPr>
            <a:spLocks noGrp="1"/>
          </p:cNvSpPr>
          <p:nvPr/>
        </p:nvSpPr>
        <p:spPr>
          <a:xfrm>
            <a:off x="3132474" y="3958688"/>
            <a:ext cx="66675" cy="66675"/>
          </a:xfrm>
          <a:prstGeom prst="triangle">
            <a:avLst/>
          </a:prstGeom>
          <a:solidFill>
            <a:srgbClr val="2B6CB0"/>
          </a:solidFill>
          <a:ln w="571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8" name="disaster-I026">
            <a:extLst>
              <a:ext uri="{FF2B5EF4-FFF2-40B4-BE49-F238E27FC236}">
                <a16:creationId xmlns:a16="http://schemas.microsoft.com/office/drawing/2014/main" id="{848C7408-CA83-4CAC-BAED-B85484781C38}"/>
              </a:ext>
            </a:extLst>
          </p:cNvPr>
          <p:cNvSpPr>
            <a:spLocks noGrp="1"/>
          </p:cNvSpPr>
          <p:nvPr/>
        </p:nvSpPr>
        <p:spPr>
          <a:xfrm>
            <a:off x="3113449" y="3300961"/>
            <a:ext cx="66675" cy="66675"/>
          </a:xfrm>
          <a:prstGeom prst="triangle">
            <a:avLst/>
          </a:prstGeom>
          <a:solidFill>
            <a:srgbClr val="2B6CB0"/>
          </a:solidFill>
          <a:ln w="571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9" name="disaster-I027">
            <a:extLst>
              <a:ext uri="{FF2B5EF4-FFF2-40B4-BE49-F238E27FC236}">
                <a16:creationId xmlns:a16="http://schemas.microsoft.com/office/drawing/2014/main" id="{14D98BE5-3EBE-4695-9DF1-633D363A7918}"/>
              </a:ext>
            </a:extLst>
          </p:cNvPr>
          <p:cNvSpPr>
            <a:spLocks noGrp="1"/>
          </p:cNvSpPr>
          <p:nvPr/>
        </p:nvSpPr>
        <p:spPr>
          <a:xfrm>
            <a:off x="3114959" y="3115239"/>
            <a:ext cx="66675" cy="66675"/>
          </a:xfrm>
          <a:prstGeom prst="triangle">
            <a:avLst/>
          </a:prstGeom>
          <a:solidFill>
            <a:srgbClr val="2B6CB0"/>
          </a:solidFill>
          <a:ln w="571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0" name="disaster-I028">
            <a:extLst>
              <a:ext uri="{FF2B5EF4-FFF2-40B4-BE49-F238E27FC236}">
                <a16:creationId xmlns:a16="http://schemas.microsoft.com/office/drawing/2014/main" id="{F7F07AA9-13CE-4483-80CE-132423FE78E2}"/>
              </a:ext>
            </a:extLst>
          </p:cNvPr>
          <p:cNvSpPr>
            <a:spLocks noGrp="1"/>
          </p:cNvSpPr>
          <p:nvPr/>
        </p:nvSpPr>
        <p:spPr>
          <a:xfrm>
            <a:off x="3127341" y="2979949"/>
            <a:ext cx="66675" cy="66675"/>
          </a:xfrm>
          <a:prstGeom prst="triangle">
            <a:avLst/>
          </a:prstGeom>
          <a:solidFill>
            <a:srgbClr val="2B6CB0"/>
          </a:solidFill>
          <a:ln w="571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1" name="disaster-I029">
            <a:extLst>
              <a:ext uri="{FF2B5EF4-FFF2-40B4-BE49-F238E27FC236}">
                <a16:creationId xmlns:a16="http://schemas.microsoft.com/office/drawing/2014/main" id="{7226C0F3-800D-492F-9A14-9DDB77B504A3}"/>
              </a:ext>
            </a:extLst>
          </p:cNvPr>
          <p:cNvSpPr>
            <a:spLocks noGrp="1"/>
          </p:cNvSpPr>
          <p:nvPr/>
        </p:nvSpPr>
        <p:spPr>
          <a:xfrm>
            <a:off x="3124019" y="2810232"/>
            <a:ext cx="66675" cy="66675"/>
          </a:xfrm>
          <a:prstGeom prst="triangle">
            <a:avLst/>
          </a:prstGeom>
          <a:solidFill>
            <a:srgbClr val="2B6CB0"/>
          </a:solidFill>
          <a:ln w="571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2" name="disaster-I030">
            <a:extLst>
              <a:ext uri="{FF2B5EF4-FFF2-40B4-BE49-F238E27FC236}">
                <a16:creationId xmlns:a16="http://schemas.microsoft.com/office/drawing/2014/main" id="{40F154AF-8944-4A20-9C8E-A270AB73EE51}"/>
              </a:ext>
            </a:extLst>
          </p:cNvPr>
          <p:cNvSpPr>
            <a:spLocks noGrp="1"/>
          </p:cNvSpPr>
          <p:nvPr/>
        </p:nvSpPr>
        <p:spPr>
          <a:xfrm>
            <a:off x="3129153" y="2614846"/>
            <a:ext cx="66675" cy="66675"/>
          </a:xfrm>
          <a:prstGeom prst="triangle">
            <a:avLst/>
          </a:prstGeom>
          <a:solidFill>
            <a:srgbClr val="2B6CB0"/>
          </a:solidFill>
          <a:ln w="571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3" name="disaster-I031">
            <a:extLst>
              <a:ext uri="{FF2B5EF4-FFF2-40B4-BE49-F238E27FC236}">
                <a16:creationId xmlns:a16="http://schemas.microsoft.com/office/drawing/2014/main" id="{3ACA4B31-B5EB-4345-80BE-CF1A8760F3DD}"/>
              </a:ext>
            </a:extLst>
          </p:cNvPr>
          <p:cNvSpPr>
            <a:spLocks noGrp="1"/>
          </p:cNvSpPr>
          <p:nvPr/>
        </p:nvSpPr>
        <p:spPr>
          <a:xfrm>
            <a:off x="3291320" y="3962916"/>
            <a:ext cx="66675" cy="66675"/>
          </a:xfrm>
          <a:prstGeom prst="triangle">
            <a:avLst/>
          </a:prstGeom>
          <a:solidFill>
            <a:srgbClr val="2B6CB0"/>
          </a:solidFill>
          <a:ln w="571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4" name="disaster-I032">
            <a:extLst>
              <a:ext uri="{FF2B5EF4-FFF2-40B4-BE49-F238E27FC236}">
                <a16:creationId xmlns:a16="http://schemas.microsoft.com/office/drawing/2014/main" id="{7E380FE2-1598-44B3-BF12-04A84457275E}"/>
              </a:ext>
            </a:extLst>
          </p:cNvPr>
          <p:cNvSpPr>
            <a:spLocks noGrp="1"/>
          </p:cNvSpPr>
          <p:nvPr/>
        </p:nvSpPr>
        <p:spPr>
          <a:xfrm>
            <a:off x="3280448" y="3804675"/>
            <a:ext cx="66675" cy="66675"/>
          </a:xfrm>
          <a:prstGeom prst="triangle">
            <a:avLst/>
          </a:prstGeom>
          <a:solidFill>
            <a:srgbClr val="2B6CB0"/>
          </a:solidFill>
          <a:ln w="571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5" name="disaster-I033">
            <a:extLst>
              <a:ext uri="{FF2B5EF4-FFF2-40B4-BE49-F238E27FC236}">
                <a16:creationId xmlns:a16="http://schemas.microsoft.com/office/drawing/2014/main" id="{7A32FED2-93ED-4BC2-AE25-4FD2120B5EA4}"/>
              </a:ext>
            </a:extLst>
          </p:cNvPr>
          <p:cNvSpPr>
            <a:spLocks noGrp="1"/>
          </p:cNvSpPr>
          <p:nvPr/>
        </p:nvSpPr>
        <p:spPr>
          <a:xfrm>
            <a:off x="3286488" y="3127318"/>
            <a:ext cx="66675" cy="66675"/>
          </a:xfrm>
          <a:prstGeom prst="triangle">
            <a:avLst/>
          </a:prstGeom>
          <a:solidFill>
            <a:srgbClr val="2B6CB0"/>
          </a:solidFill>
          <a:ln w="571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6" name="disaster-I034">
            <a:extLst>
              <a:ext uri="{FF2B5EF4-FFF2-40B4-BE49-F238E27FC236}">
                <a16:creationId xmlns:a16="http://schemas.microsoft.com/office/drawing/2014/main" id="{EF9F0FDF-D3B2-45B9-A81F-F2DB8656AA01}"/>
              </a:ext>
            </a:extLst>
          </p:cNvPr>
          <p:cNvSpPr>
            <a:spLocks noGrp="1"/>
          </p:cNvSpPr>
          <p:nvPr/>
        </p:nvSpPr>
        <p:spPr>
          <a:xfrm>
            <a:off x="3262329" y="2958206"/>
            <a:ext cx="66675" cy="66675"/>
          </a:xfrm>
          <a:prstGeom prst="triangle">
            <a:avLst/>
          </a:prstGeom>
          <a:solidFill>
            <a:srgbClr val="2B6CB0"/>
          </a:solidFill>
          <a:ln w="571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7" name="disaster-I035">
            <a:extLst>
              <a:ext uri="{FF2B5EF4-FFF2-40B4-BE49-F238E27FC236}">
                <a16:creationId xmlns:a16="http://schemas.microsoft.com/office/drawing/2014/main" id="{294F84BE-B4A2-4039-A2FB-ED61018E5AE4}"/>
              </a:ext>
            </a:extLst>
          </p:cNvPr>
          <p:cNvSpPr>
            <a:spLocks noGrp="1"/>
          </p:cNvSpPr>
          <p:nvPr/>
        </p:nvSpPr>
        <p:spPr>
          <a:xfrm>
            <a:off x="3279844" y="2800266"/>
            <a:ext cx="66675" cy="66675"/>
          </a:xfrm>
          <a:prstGeom prst="triangle">
            <a:avLst/>
          </a:prstGeom>
          <a:solidFill>
            <a:srgbClr val="2B6CB0"/>
          </a:solidFill>
          <a:ln w="571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8" name="disaster-I036">
            <a:extLst>
              <a:ext uri="{FF2B5EF4-FFF2-40B4-BE49-F238E27FC236}">
                <a16:creationId xmlns:a16="http://schemas.microsoft.com/office/drawing/2014/main" id="{4BAD8B63-A287-4386-8137-A9D13424BC14}"/>
              </a:ext>
            </a:extLst>
          </p:cNvPr>
          <p:cNvSpPr>
            <a:spLocks noGrp="1"/>
          </p:cNvSpPr>
          <p:nvPr/>
        </p:nvSpPr>
        <p:spPr>
          <a:xfrm>
            <a:off x="3282562" y="2623604"/>
            <a:ext cx="66675" cy="66675"/>
          </a:xfrm>
          <a:prstGeom prst="triangle">
            <a:avLst/>
          </a:prstGeom>
          <a:solidFill>
            <a:srgbClr val="2B6CB0"/>
          </a:solidFill>
          <a:ln w="571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9" name="disaster-I037">
            <a:extLst>
              <a:ext uri="{FF2B5EF4-FFF2-40B4-BE49-F238E27FC236}">
                <a16:creationId xmlns:a16="http://schemas.microsoft.com/office/drawing/2014/main" id="{A56BA1C3-92F5-473E-92FC-8C045977D7A3}"/>
              </a:ext>
            </a:extLst>
          </p:cNvPr>
          <p:cNvSpPr>
            <a:spLocks noGrp="1"/>
          </p:cNvSpPr>
          <p:nvPr/>
        </p:nvSpPr>
        <p:spPr>
          <a:xfrm>
            <a:off x="3457110" y="4114513"/>
            <a:ext cx="66675" cy="66675"/>
          </a:xfrm>
          <a:prstGeom prst="triangle">
            <a:avLst/>
          </a:prstGeom>
          <a:solidFill>
            <a:srgbClr val="2B6CB0"/>
          </a:solidFill>
          <a:ln w="571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0" name="disaster-I038">
            <a:extLst>
              <a:ext uri="{FF2B5EF4-FFF2-40B4-BE49-F238E27FC236}">
                <a16:creationId xmlns:a16="http://schemas.microsoft.com/office/drawing/2014/main" id="{B67335CC-51AB-4FDB-96FE-3A5F00659CC1}"/>
              </a:ext>
            </a:extLst>
          </p:cNvPr>
          <p:cNvSpPr>
            <a:spLocks noGrp="1"/>
          </p:cNvSpPr>
          <p:nvPr/>
        </p:nvSpPr>
        <p:spPr>
          <a:xfrm>
            <a:off x="3433253" y="3964426"/>
            <a:ext cx="66675" cy="66675"/>
          </a:xfrm>
          <a:prstGeom prst="triangle">
            <a:avLst/>
          </a:prstGeom>
          <a:solidFill>
            <a:srgbClr val="2B6CB0"/>
          </a:solidFill>
          <a:ln w="571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1" name="disaster-I039">
            <a:extLst>
              <a:ext uri="{FF2B5EF4-FFF2-40B4-BE49-F238E27FC236}">
                <a16:creationId xmlns:a16="http://schemas.microsoft.com/office/drawing/2014/main" id="{16D59021-1FE3-416C-9BCF-A8E3951A77B5}"/>
              </a:ext>
            </a:extLst>
          </p:cNvPr>
          <p:cNvSpPr>
            <a:spLocks noGrp="1"/>
          </p:cNvSpPr>
          <p:nvPr/>
        </p:nvSpPr>
        <p:spPr>
          <a:xfrm>
            <a:off x="3430536" y="3816150"/>
            <a:ext cx="66675" cy="66675"/>
          </a:xfrm>
          <a:prstGeom prst="triangle">
            <a:avLst/>
          </a:prstGeom>
          <a:solidFill>
            <a:srgbClr val="2B6CB0"/>
          </a:solidFill>
          <a:ln w="571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2" name="disaster-I040">
            <a:extLst>
              <a:ext uri="{FF2B5EF4-FFF2-40B4-BE49-F238E27FC236}">
                <a16:creationId xmlns:a16="http://schemas.microsoft.com/office/drawing/2014/main" id="{4A8C25FE-A8DA-49F4-95D3-DC6B05CCCA1C}"/>
              </a:ext>
            </a:extLst>
          </p:cNvPr>
          <p:cNvSpPr>
            <a:spLocks noGrp="1"/>
          </p:cNvSpPr>
          <p:nvPr/>
        </p:nvSpPr>
        <p:spPr>
          <a:xfrm>
            <a:off x="3418758" y="2959112"/>
            <a:ext cx="66675" cy="66675"/>
          </a:xfrm>
          <a:prstGeom prst="triangle">
            <a:avLst/>
          </a:prstGeom>
          <a:solidFill>
            <a:srgbClr val="2B6CB0"/>
          </a:solidFill>
          <a:ln w="571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3" name="disaster-I041">
            <a:extLst>
              <a:ext uri="{FF2B5EF4-FFF2-40B4-BE49-F238E27FC236}">
                <a16:creationId xmlns:a16="http://schemas.microsoft.com/office/drawing/2014/main" id="{87F6BDFC-84E5-4659-BC05-0F80A50E1686}"/>
              </a:ext>
            </a:extLst>
          </p:cNvPr>
          <p:cNvSpPr>
            <a:spLocks noGrp="1"/>
          </p:cNvSpPr>
          <p:nvPr/>
        </p:nvSpPr>
        <p:spPr>
          <a:xfrm>
            <a:off x="3436273" y="2796643"/>
            <a:ext cx="66675" cy="66675"/>
          </a:xfrm>
          <a:prstGeom prst="triangle">
            <a:avLst/>
          </a:prstGeom>
          <a:solidFill>
            <a:srgbClr val="2B6CB0"/>
          </a:solidFill>
          <a:ln w="571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4" name="disaster-I042">
            <a:extLst>
              <a:ext uri="{FF2B5EF4-FFF2-40B4-BE49-F238E27FC236}">
                <a16:creationId xmlns:a16="http://schemas.microsoft.com/office/drawing/2014/main" id="{48356037-8C64-4F94-A89D-2A9918540109}"/>
              </a:ext>
            </a:extLst>
          </p:cNvPr>
          <p:cNvSpPr>
            <a:spLocks noGrp="1"/>
          </p:cNvSpPr>
          <p:nvPr/>
        </p:nvSpPr>
        <p:spPr>
          <a:xfrm>
            <a:off x="3469190" y="2637495"/>
            <a:ext cx="66675" cy="66675"/>
          </a:xfrm>
          <a:prstGeom prst="triangle">
            <a:avLst/>
          </a:prstGeom>
          <a:solidFill>
            <a:srgbClr val="2B6CB0"/>
          </a:solidFill>
          <a:ln w="571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5" name="disaster-I043">
            <a:extLst>
              <a:ext uri="{FF2B5EF4-FFF2-40B4-BE49-F238E27FC236}">
                <a16:creationId xmlns:a16="http://schemas.microsoft.com/office/drawing/2014/main" id="{EC92A047-E1EC-4721-BD67-FE57274B4800}"/>
              </a:ext>
            </a:extLst>
          </p:cNvPr>
          <p:cNvSpPr>
            <a:spLocks noGrp="1"/>
          </p:cNvSpPr>
          <p:nvPr/>
        </p:nvSpPr>
        <p:spPr>
          <a:xfrm>
            <a:off x="3586965" y="4125385"/>
            <a:ext cx="66675" cy="66675"/>
          </a:xfrm>
          <a:prstGeom prst="triangle">
            <a:avLst/>
          </a:prstGeom>
          <a:solidFill>
            <a:srgbClr val="2B6CB0"/>
          </a:solidFill>
          <a:ln w="571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6" name="disaster-I044">
            <a:extLst>
              <a:ext uri="{FF2B5EF4-FFF2-40B4-BE49-F238E27FC236}">
                <a16:creationId xmlns:a16="http://schemas.microsoft.com/office/drawing/2014/main" id="{C5A23395-32B2-48CA-A798-DBC219992FAC}"/>
              </a:ext>
            </a:extLst>
          </p:cNvPr>
          <p:cNvSpPr>
            <a:spLocks noGrp="1"/>
          </p:cNvSpPr>
          <p:nvPr/>
        </p:nvSpPr>
        <p:spPr>
          <a:xfrm>
            <a:off x="3581227" y="3821888"/>
            <a:ext cx="66675" cy="66675"/>
          </a:xfrm>
          <a:prstGeom prst="triangle">
            <a:avLst/>
          </a:prstGeom>
          <a:solidFill>
            <a:srgbClr val="2B6CB0"/>
          </a:solidFill>
          <a:ln w="571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7" name="disaster-I045">
            <a:extLst>
              <a:ext uri="{FF2B5EF4-FFF2-40B4-BE49-F238E27FC236}">
                <a16:creationId xmlns:a16="http://schemas.microsoft.com/office/drawing/2014/main" id="{84D2E9F5-DE9C-40AD-BA48-C561212508E7}"/>
              </a:ext>
            </a:extLst>
          </p:cNvPr>
          <p:cNvSpPr>
            <a:spLocks noGrp="1"/>
          </p:cNvSpPr>
          <p:nvPr/>
        </p:nvSpPr>
        <p:spPr>
          <a:xfrm>
            <a:off x="3596628" y="3653681"/>
            <a:ext cx="66675" cy="66675"/>
          </a:xfrm>
          <a:prstGeom prst="triangle">
            <a:avLst/>
          </a:prstGeom>
          <a:solidFill>
            <a:srgbClr val="2B6CB0"/>
          </a:solidFill>
          <a:ln w="571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8" name="disaster-I046">
            <a:extLst>
              <a:ext uri="{FF2B5EF4-FFF2-40B4-BE49-F238E27FC236}">
                <a16:creationId xmlns:a16="http://schemas.microsoft.com/office/drawing/2014/main" id="{F6F07EDA-3860-44F0-9477-E4F437A791BD}"/>
              </a:ext>
            </a:extLst>
          </p:cNvPr>
          <p:cNvSpPr>
            <a:spLocks noGrp="1"/>
          </p:cNvSpPr>
          <p:nvPr/>
        </p:nvSpPr>
        <p:spPr>
          <a:xfrm>
            <a:off x="3595118" y="3494836"/>
            <a:ext cx="66675" cy="66675"/>
          </a:xfrm>
          <a:prstGeom prst="triangle">
            <a:avLst/>
          </a:prstGeom>
          <a:solidFill>
            <a:srgbClr val="2B6CB0"/>
          </a:solidFill>
          <a:ln w="571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9" name="disaster-I047">
            <a:extLst>
              <a:ext uri="{FF2B5EF4-FFF2-40B4-BE49-F238E27FC236}">
                <a16:creationId xmlns:a16="http://schemas.microsoft.com/office/drawing/2014/main" id="{899BD431-6C12-4525-A60B-5D5686833C1A}"/>
              </a:ext>
            </a:extLst>
          </p:cNvPr>
          <p:cNvSpPr>
            <a:spLocks noGrp="1"/>
          </p:cNvSpPr>
          <p:nvPr/>
        </p:nvSpPr>
        <p:spPr>
          <a:xfrm>
            <a:off x="3573979" y="3305491"/>
            <a:ext cx="66675" cy="66675"/>
          </a:xfrm>
          <a:prstGeom prst="triangle">
            <a:avLst/>
          </a:prstGeom>
          <a:solidFill>
            <a:srgbClr val="2B6CB0"/>
          </a:solidFill>
          <a:ln w="571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0" name="disaster-I048">
            <a:extLst>
              <a:ext uri="{FF2B5EF4-FFF2-40B4-BE49-F238E27FC236}">
                <a16:creationId xmlns:a16="http://schemas.microsoft.com/office/drawing/2014/main" id="{79479948-CA3E-4618-8C43-2A10C5324925}"/>
              </a:ext>
            </a:extLst>
          </p:cNvPr>
          <p:cNvSpPr>
            <a:spLocks noGrp="1"/>
          </p:cNvSpPr>
          <p:nvPr/>
        </p:nvSpPr>
        <p:spPr>
          <a:xfrm>
            <a:off x="3617163" y="3140606"/>
            <a:ext cx="66675" cy="66675"/>
          </a:xfrm>
          <a:prstGeom prst="triangle">
            <a:avLst/>
          </a:prstGeom>
          <a:solidFill>
            <a:srgbClr val="2B6CB0"/>
          </a:solidFill>
          <a:ln w="571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1" name="disaster-I049">
            <a:extLst>
              <a:ext uri="{FF2B5EF4-FFF2-40B4-BE49-F238E27FC236}">
                <a16:creationId xmlns:a16="http://schemas.microsoft.com/office/drawing/2014/main" id="{7709622A-5317-4547-B85B-C7F81A9C77DD}"/>
              </a:ext>
            </a:extLst>
          </p:cNvPr>
          <p:cNvSpPr>
            <a:spLocks noGrp="1"/>
          </p:cNvSpPr>
          <p:nvPr/>
        </p:nvSpPr>
        <p:spPr>
          <a:xfrm>
            <a:off x="3588475" y="2955790"/>
            <a:ext cx="66675" cy="66675"/>
          </a:xfrm>
          <a:prstGeom prst="triangle">
            <a:avLst/>
          </a:prstGeom>
          <a:solidFill>
            <a:srgbClr val="2B6CB0"/>
          </a:solidFill>
          <a:ln w="571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2" name="disaster-I050">
            <a:extLst>
              <a:ext uri="{FF2B5EF4-FFF2-40B4-BE49-F238E27FC236}">
                <a16:creationId xmlns:a16="http://schemas.microsoft.com/office/drawing/2014/main" id="{CE2F71D0-02E9-435D-A5F2-BB14FCDBC6D0}"/>
              </a:ext>
            </a:extLst>
          </p:cNvPr>
          <p:cNvSpPr>
            <a:spLocks noGrp="1"/>
          </p:cNvSpPr>
          <p:nvPr/>
        </p:nvSpPr>
        <p:spPr>
          <a:xfrm>
            <a:off x="3583945" y="2802682"/>
            <a:ext cx="66675" cy="66675"/>
          </a:xfrm>
          <a:prstGeom prst="triangle">
            <a:avLst/>
          </a:prstGeom>
          <a:solidFill>
            <a:srgbClr val="2B6CB0"/>
          </a:solidFill>
          <a:ln w="571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3" name="disaster-I051">
            <a:extLst>
              <a:ext uri="{FF2B5EF4-FFF2-40B4-BE49-F238E27FC236}">
                <a16:creationId xmlns:a16="http://schemas.microsoft.com/office/drawing/2014/main" id="{D54636A1-0C39-4BF2-9206-2D6609A706BC}"/>
              </a:ext>
            </a:extLst>
          </p:cNvPr>
          <p:cNvSpPr>
            <a:spLocks noGrp="1"/>
          </p:cNvSpPr>
          <p:nvPr/>
        </p:nvSpPr>
        <p:spPr>
          <a:xfrm>
            <a:off x="3577301" y="2622396"/>
            <a:ext cx="66675" cy="66675"/>
          </a:xfrm>
          <a:prstGeom prst="triangle">
            <a:avLst/>
          </a:prstGeom>
          <a:solidFill>
            <a:srgbClr val="2B6CB0"/>
          </a:solidFill>
          <a:ln w="571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4" name="disaster-I052">
            <a:extLst>
              <a:ext uri="{FF2B5EF4-FFF2-40B4-BE49-F238E27FC236}">
                <a16:creationId xmlns:a16="http://schemas.microsoft.com/office/drawing/2014/main" id="{7761FF95-DB81-4902-8806-496E061FDA1D}"/>
              </a:ext>
            </a:extLst>
          </p:cNvPr>
          <p:cNvSpPr>
            <a:spLocks noGrp="1"/>
          </p:cNvSpPr>
          <p:nvPr/>
        </p:nvSpPr>
        <p:spPr>
          <a:xfrm>
            <a:off x="3736146" y="4295706"/>
            <a:ext cx="66675" cy="66675"/>
          </a:xfrm>
          <a:prstGeom prst="triangle">
            <a:avLst/>
          </a:prstGeom>
          <a:solidFill>
            <a:srgbClr val="2B6CB0"/>
          </a:solidFill>
          <a:ln w="571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5" name="disaster-I053">
            <a:extLst>
              <a:ext uri="{FF2B5EF4-FFF2-40B4-BE49-F238E27FC236}">
                <a16:creationId xmlns:a16="http://schemas.microsoft.com/office/drawing/2014/main" id="{05A3CB26-D1A3-43D9-96F3-58A5706DA52F}"/>
              </a:ext>
            </a:extLst>
          </p:cNvPr>
          <p:cNvSpPr>
            <a:spLocks noGrp="1"/>
          </p:cNvSpPr>
          <p:nvPr/>
        </p:nvSpPr>
        <p:spPr>
          <a:xfrm>
            <a:off x="3741280" y="4134143"/>
            <a:ext cx="66675" cy="66675"/>
          </a:xfrm>
          <a:prstGeom prst="triangle">
            <a:avLst/>
          </a:prstGeom>
          <a:solidFill>
            <a:srgbClr val="2B6CB0"/>
          </a:solidFill>
          <a:ln w="571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6" name="disaster-I054">
            <a:extLst>
              <a:ext uri="{FF2B5EF4-FFF2-40B4-BE49-F238E27FC236}">
                <a16:creationId xmlns:a16="http://schemas.microsoft.com/office/drawing/2014/main" id="{5E4C58D8-1DEE-4FF1-BF16-8BAE80A0C79E}"/>
              </a:ext>
            </a:extLst>
          </p:cNvPr>
          <p:cNvSpPr>
            <a:spLocks noGrp="1"/>
          </p:cNvSpPr>
          <p:nvPr/>
        </p:nvSpPr>
        <p:spPr>
          <a:xfrm>
            <a:off x="3727993" y="3973788"/>
            <a:ext cx="66675" cy="66675"/>
          </a:xfrm>
          <a:prstGeom prst="triangle">
            <a:avLst/>
          </a:prstGeom>
          <a:solidFill>
            <a:srgbClr val="2B6CB0"/>
          </a:solidFill>
          <a:ln w="571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7" name="disaster-I055">
            <a:extLst>
              <a:ext uri="{FF2B5EF4-FFF2-40B4-BE49-F238E27FC236}">
                <a16:creationId xmlns:a16="http://schemas.microsoft.com/office/drawing/2014/main" id="{CA2EF1FC-38E0-441B-9DA9-3575E8C85EC2}"/>
              </a:ext>
            </a:extLst>
          </p:cNvPr>
          <p:cNvSpPr>
            <a:spLocks noGrp="1"/>
          </p:cNvSpPr>
          <p:nvPr/>
        </p:nvSpPr>
        <p:spPr>
          <a:xfrm>
            <a:off x="3717725" y="3797729"/>
            <a:ext cx="66675" cy="66675"/>
          </a:xfrm>
          <a:prstGeom prst="triangle">
            <a:avLst/>
          </a:prstGeom>
          <a:solidFill>
            <a:srgbClr val="2B6CB0"/>
          </a:solidFill>
          <a:ln w="571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8" name="disaster-I056">
            <a:extLst>
              <a:ext uri="{FF2B5EF4-FFF2-40B4-BE49-F238E27FC236}">
                <a16:creationId xmlns:a16="http://schemas.microsoft.com/office/drawing/2014/main" id="{CA8718BE-6C43-4DB4-9072-3DE85E687EF7}"/>
              </a:ext>
            </a:extLst>
          </p:cNvPr>
          <p:cNvSpPr>
            <a:spLocks noGrp="1"/>
          </p:cNvSpPr>
          <p:nvPr/>
        </p:nvSpPr>
        <p:spPr>
          <a:xfrm>
            <a:off x="3758191" y="3634958"/>
            <a:ext cx="66675" cy="66675"/>
          </a:xfrm>
          <a:prstGeom prst="triangle">
            <a:avLst/>
          </a:prstGeom>
          <a:solidFill>
            <a:srgbClr val="2B6CB0"/>
          </a:solidFill>
          <a:ln w="571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9" name="disaster-I057">
            <a:extLst>
              <a:ext uri="{FF2B5EF4-FFF2-40B4-BE49-F238E27FC236}">
                <a16:creationId xmlns:a16="http://schemas.microsoft.com/office/drawing/2014/main" id="{576F57F4-F8F8-4764-9E05-5F3C68FD31B1}"/>
              </a:ext>
            </a:extLst>
          </p:cNvPr>
          <p:cNvSpPr>
            <a:spLocks noGrp="1"/>
          </p:cNvSpPr>
          <p:nvPr/>
        </p:nvSpPr>
        <p:spPr>
          <a:xfrm>
            <a:off x="3718631" y="3459504"/>
            <a:ext cx="66675" cy="66675"/>
          </a:xfrm>
          <a:prstGeom prst="triangle">
            <a:avLst/>
          </a:prstGeom>
          <a:solidFill>
            <a:srgbClr val="2B6CB0"/>
          </a:solidFill>
          <a:ln w="571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0" name="disaster-I058">
            <a:extLst>
              <a:ext uri="{FF2B5EF4-FFF2-40B4-BE49-F238E27FC236}">
                <a16:creationId xmlns:a16="http://schemas.microsoft.com/office/drawing/2014/main" id="{E7364235-59E8-4975-B76D-DD3A9BEB14AC}"/>
              </a:ext>
            </a:extLst>
          </p:cNvPr>
          <p:cNvSpPr>
            <a:spLocks noGrp="1"/>
          </p:cNvSpPr>
          <p:nvPr/>
        </p:nvSpPr>
        <p:spPr>
          <a:xfrm>
            <a:off x="3737354" y="3293713"/>
            <a:ext cx="66675" cy="66675"/>
          </a:xfrm>
          <a:prstGeom prst="triangle">
            <a:avLst/>
          </a:prstGeom>
          <a:solidFill>
            <a:srgbClr val="2B6CB0"/>
          </a:solidFill>
          <a:ln w="571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1" name="disaster-I059">
            <a:extLst>
              <a:ext uri="{FF2B5EF4-FFF2-40B4-BE49-F238E27FC236}">
                <a16:creationId xmlns:a16="http://schemas.microsoft.com/office/drawing/2014/main" id="{533FC219-9317-425A-9606-789DE6B450F5}"/>
              </a:ext>
            </a:extLst>
          </p:cNvPr>
          <p:cNvSpPr>
            <a:spLocks noGrp="1"/>
          </p:cNvSpPr>
          <p:nvPr/>
        </p:nvSpPr>
        <p:spPr>
          <a:xfrm>
            <a:off x="3712289" y="3128828"/>
            <a:ext cx="66675" cy="66675"/>
          </a:xfrm>
          <a:prstGeom prst="triangle">
            <a:avLst/>
          </a:prstGeom>
          <a:solidFill>
            <a:srgbClr val="2B6CB0"/>
          </a:solidFill>
          <a:ln w="571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2" name="disaster-I060">
            <a:extLst>
              <a:ext uri="{FF2B5EF4-FFF2-40B4-BE49-F238E27FC236}">
                <a16:creationId xmlns:a16="http://schemas.microsoft.com/office/drawing/2014/main" id="{D34734CE-3A6D-413D-85D4-12E0ACCB3F7C}"/>
              </a:ext>
            </a:extLst>
          </p:cNvPr>
          <p:cNvSpPr>
            <a:spLocks noGrp="1"/>
          </p:cNvSpPr>
          <p:nvPr/>
        </p:nvSpPr>
        <p:spPr>
          <a:xfrm>
            <a:off x="3734636" y="2960621"/>
            <a:ext cx="66675" cy="66675"/>
          </a:xfrm>
          <a:prstGeom prst="triangle">
            <a:avLst/>
          </a:prstGeom>
          <a:solidFill>
            <a:srgbClr val="2B6CB0"/>
          </a:solidFill>
          <a:ln w="571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3" name="disaster-I061">
            <a:extLst>
              <a:ext uri="{FF2B5EF4-FFF2-40B4-BE49-F238E27FC236}">
                <a16:creationId xmlns:a16="http://schemas.microsoft.com/office/drawing/2014/main" id="{C8276243-9B8E-407E-ACDB-8703DFEADD43}"/>
              </a:ext>
            </a:extLst>
          </p:cNvPr>
          <p:cNvSpPr>
            <a:spLocks noGrp="1"/>
          </p:cNvSpPr>
          <p:nvPr/>
        </p:nvSpPr>
        <p:spPr>
          <a:xfrm>
            <a:off x="3732824" y="2801776"/>
            <a:ext cx="66675" cy="66675"/>
          </a:xfrm>
          <a:prstGeom prst="triangle">
            <a:avLst/>
          </a:prstGeom>
          <a:solidFill>
            <a:srgbClr val="2B6CB0"/>
          </a:solidFill>
          <a:ln w="571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4" name="disaster-I062">
            <a:extLst>
              <a:ext uri="{FF2B5EF4-FFF2-40B4-BE49-F238E27FC236}">
                <a16:creationId xmlns:a16="http://schemas.microsoft.com/office/drawing/2014/main" id="{65DCE42E-897C-4420-8770-F7BC5DE965E7}"/>
              </a:ext>
            </a:extLst>
          </p:cNvPr>
          <p:cNvSpPr>
            <a:spLocks noGrp="1"/>
          </p:cNvSpPr>
          <p:nvPr/>
        </p:nvSpPr>
        <p:spPr>
          <a:xfrm>
            <a:off x="3720443" y="2625114"/>
            <a:ext cx="66675" cy="66675"/>
          </a:xfrm>
          <a:prstGeom prst="triangle">
            <a:avLst/>
          </a:prstGeom>
          <a:solidFill>
            <a:srgbClr val="2B6CB0"/>
          </a:solidFill>
          <a:ln w="571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5" name="disaster-I063">
            <a:extLst>
              <a:ext uri="{FF2B5EF4-FFF2-40B4-BE49-F238E27FC236}">
                <a16:creationId xmlns:a16="http://schemas.microsoft.com/office/drawing/2014/main" id="{8AB19999-10D2-4F0B-AF78-F20AA9590039}"/>
              </a:ext>
            </a:extLst>
          </p:cNvPr>
          <p:cNvSpPr>
            <a:spLocks noGrp="1"/>
          </p:cNvSpPr>
          <p:nvPr/>
        </p:nvSpPr>
        <p:spPr>
          <a:xfrm>
            <a:off x="3936364" y="4798816"/>
            <a:ext cx="66675" cy="66675"/>
          </a:xfrm>
          <a:prstGeom prst="triangle">
            <a:avLst/>
          </a:prstGeom>
          <a:solidFill>
            <a:srgbClr val="2B6CB0"/>
          </a:solidFill>
          <a:ln w="571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6" name="disaster-I064">
            <a:extLst>
              <a:ext uri="{FF2B5EF4-FFF2-40B4-BE49-F238E27FC236}">
                <a16:creationId xmlns:a16="http://schemas.microsoft.com/office/drawing/2014/main" id="{77AA9770-6884-4DF4-8FB7-EF06A4F5AD29}"/>
              </a:ext>
            </a:extLst>
          </p:cNvPr>
          <p:cNvSpPr>
            <a:spLocks noGrp="1"/>
          </p:cNvSpPr>
          <p:nvPr/>
        </p:nvSpPr>
        <p:spPr>
          <a:xfrm>
            <a:off x="3917942" y="4622153"/>
            <a:ext cx="66675" cy="66675"/>
          </a:xfrm>
          <a:prstGeom prst="triangle">
            <a:avLst/>
          </a:prstGeom>
          <a:solidFill>
            <a:srgbClr val="2B6CB0"/>
          </a:solidFill>
          <a:ln w="571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7" name="disaster-I065">
            <a:extLst>
              <a:ext uri="{FF2B5EF4-FFF2-40B4-BE49-F238E27FC236}">
                <a16:creationId xmlns:a16="http://schemas.microsoft.com/office/drawing/2014/main" id="{1D27DD7C-ECE0-4464-BC09-5E55D54394BF}"/>
              </a:ext>
            </a:extLst>
          </p:cNvPr>
          <p:cNvSpPr>
            <a:spLocks noGrp="1"/>
          </p:cNvSpPr>
          <p:nvPr/>
        </p:nvSpPr>
        <p:spPr>
          <a:xfrm>
            <a:off x="3876872" y="4266413"/>
            <a:ext cx="66675" cy="66675"/>
          </a:xfrm>
          <a:prstGeom prst="triangle">
            <a:avLst/>
          </a:prstGeom>
          <a:solidFill>
            <a:srgbClr val="2B6CB0"/>
          </a:solidFill>
          <a:ln w="571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8" name="disaster-I066">
            <a:extLst>
              <a:ext uri="{FF2B5EF4-FFF2-40B4-BE49-F238E27FC236}">
                <a16:creationId xmlns:a16="http://schemas.microsoft.com/office/drawing/2014/main" id="{7CE56362-4682-48D9-AE5D-CD688F3DFE9F}"/>
              </a:ext>
            </a:extLst>
          </p:cNvPr>
          <p:cNvSpPr>
            <a:spLocks noGrp="1"/>
          </p:cNvSpPr>
          <p:nvPr/>
        </p:nvSpPr>
        <p:spPr>
          <a:xfrm>
            <a:off x="3903145" y="4097602"/>
            <a:ext cx="66675" cy="66675"/>
          </a:xfrm>
          <a:prstGeom prst="triangle">
            <a:avLst/>
          </a:prstGeom>
          <a:solidFill>
            <a:srgbClr val="2B6CB0"/>
          </a:solidFill>
          <a:ln w="571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9" name="disaster-I067">
            <a:extLst>
              <a:ext uri="{FF2B5EF4-FFF2-40B4-BE49-F238E27FC236}">
                <a16:creationId xmlns:a16="http://schemas.microsoft.com/office/drawing/2014/main" id="{122DECEC-376F-4FE5-B198-24616D111E3D}"/>
              </a:ext>
            </a:extLst>
          </p:cNvPr>
          <p:cNvSpPr>
            <a:spLocks noGrp="1"/>
          </p:cNvSpPr>
          <p:nvPr/>
        </p:nvSpPr>
        <p:spPr>
          <a:xfrm>
            <a:off x="3894085" y="3971976"/>
            <a:ext cx="66675" cy="66675"/>
          </a:xfrm>
          <a:prstGeom prst="triangle">
            <a:avLst/>
          </a:prstGeom>
          <a:solidFill>
            <a:srgbClr val="2B6CB0"/>
          </a:solidFill>
          <a:ln w="571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0" name="disaster-I068">
            <a:extLst>
              <a:ext uri="{FF2B5EF4-FFF2-40B4-BE49-F238E27FC236}">
                <a16:creationId xmlns:a16="http://schemas.microsoft.com/office/drawing/2014/main" id="{FC1813F3-F51F-47C9-9B55-98BAD9A391E3}"/>
              </a:ext>
            </a:extLst>
          </p:cNvPr>
          <p:cNvSpPr>
            <a:spLocks noGrp="1"/>
          </p:cNvSpPr>
          <p:nvPr/>
        </p:nvSpPr>
        <p:spPr>
          <a:xfrm>
            <a:off x="3894387" y="3640696"/>
            <a:ext cx="66675" cy="66675"/>
          </a:xfrm>
          <a:prstGeom prst="triangle">
            <a:avLst/>
          </a:prstGeom>
          <a:solidFill>
            <a:srgbClr val="2B6CB0"/>
          </a:solidFill>
          <a:ln w="571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1" name="disaster-I069">
            <a:extLst>
              <a:ext uri="{FF2B5EF4-FFF2-40B4-BE49-F238E27FC236}">
                <a16:creationId xmlns:a16="http://schemas.microsoft.com/office/drawing/2014/main" id="{09E259A4-6F65-4908-B60D-CECC42CF052F}"/>
              </a:ext>
            </a:extLst>
          </p:cNvPr>
          <p:cNvSpPr>
            <a:spLocks noGrp="1"/>
          </p:cNvSpPr>
          <p:nvPr/>
        </p:nvSpPr>
        <p:spPr>
          <a:xfrm>
            <a:off x="3885026" y="3475207"/>
            <a:ext cx="66675" cy="66675"/>
          </a:xfrm>
          <a:prstGeom prst="triangle">
            <a:avLst/>
          </a:prstGeom>
          <a:solidFill>
            <a:srgbClr val="2B6CB0"/>
          </a:solidFill>
          <a:ln w="571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2" name="disaster-I070">
            <a:extLst>
              <a:ext uri="{FF2B5EF4-FFF2-40B4-BE49-F238E27FC236}">
                <a16:creationId xmlns:a16="http://schemas.microsoft.com/office/drawing/2014/main" id="{0A152A45-FC2D-4BBD-B82E-24B32F873590}"/>
              </a:ext>
            </a:extLst>
          </p:cNvPr>
          <p:cNvSpPr>
            <a:spLocks noGrp="1"/>
          </p:cNvSpPr>
          <p:nvPr/>
        </p:nvSpPr>
        <p:spPr>
          <a:xfrm>
            <a:off x="3905863" y="3294015"/>
            <a:ext cx="66675" cy="66675"/>
          </a:xfrm>
          <a:prstGeom prst="triangle">
            <a:avLst/>
          </a:prstGeom>
          <a:solidFill>
            <a:srgbClr val="2B6CB0"/>
          </a:solidFill>
          <a:ln w="571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3" name="disaster-I071">
            <a:extLst>
              <a:ext uri="{FF2B5EF4-FFF2-40B4-BE49-F238E27FC236}">
                <a16:creationId xmlns:a16="http://schemas.microsoft.com/office/drawing/2014/main" id="{6ABF7C64-97BD-45DA-9975-9EE6E6C0E347}"/>
              </a:ext>
            </a:extLst>
          </p:cNvPr>
          <p:cNvSpPr>
            <a:spLocks noGrp="1"/>
          </p:cNvSpPr>
          <p:nvPr/>
        </p:nvSpPr>
        <p:spPr>
          <a:xfrm>
            <a:off x="3893783" y="3130036"/>
            <a:ext cx="66675" cy="66675"/>
          </a:xfrm>
          <a:prstGeom prst="triangle">
            <a:avLst/>
          </a:prstGeom>
          <a:solidFill>
            <a:srgbClr val="2B6CB0"/>
          </a:solidFill>
          <a:ln w="571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4" name="disaster-I072">
            <a:extLst>
              <a:ext uri="{FF2B5EF4-FFF2-40B4-BE49-F238E27FC236}">
                <a16:creationId xmlns:a16="http://schemas.microsoft.com/office/drawing/2014/main" id="{90D1714B-FBFC-46BD-8104-9E73383584FD}"/>
              </a:ext>
            </a:extLst>
          </p:cNvPr>
          <p:cNvSpPr>
            <a:spLocks noGrp="1"/>
          </p:cNvSpPr>
          <p:nvPr/>
        </p:nvSpPr>
        <p:spPr>
          <a:xfrm>
            <a:off x="3904051" y="2966661"/>
            <a:ext cx="66675" cy="66675"/>
          </a:xfrm>
          <a:prstGeom prst="triangle">
            <a:avLst/>
          </a:prstGeom>
          <a:solidFill>
            <a:srgbClr val="2B6CB0"/>
          </a:solidFill>
          <a:ln w="571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5" name="disaster-I073">
            <a:extLst>
              <a:ext uri="{FF2B5EF4-FFF2-40B4-BE49-F238E27FC236}">
                <a16:creationId xmlns:a16="http://schemas.microsoft.com/office/drawing/2014/main" id="{15B767DF-D0EA-4536-B62B-AEA6C20DD9E7}"/>
              </a:ext>
            </a:extLst>
          </p:cNvPr>
          <p:cNvSpPr>
            <a:spLocks noGrp="1"/>
          </p:cNvSpPr>
          <p:nvPr/>
        </p:nvSpPr>
        <p:spPr>
          <a:xfrm>
            <a:off x="3894085" y="2805400"/>
            <a:ext cx="66675" cy="66675"/>
          </a:xfrm>
          <a:prstGeom prst="triangle">
            <a:avLst/>
          </a:prstGeom>
          <a:solidFill>
            <a:srgbClr val="2B6CB0"/>
          </a:solidFill>
          <a:ln w="571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6" name="disaster-I074">
            <a:extLst>
              <a:ext uri="{FF2B5EF4-FFF2-40B4-BE49-F238E27FC236}">
                <a16:creationId xmlns:a16="http://schemas.microsoft.com/office/drawing/2014/main" id="{7E744023-1572-43B8-A94D-2D8FAEC3A591}"/>
              </a:ext>
            </a:extLst>
          </p:cNvPr>
          <p:cNvSpPr>
            <a:spLocks noGrp="1"/>
          </p:cNvSpPr>
          <p:nvPr/>
        </p:nvSpPr>
        <p:spPr>
          <a:xfrm>
            <a:off x="3872644" y="2623906"/>
            <a:ext cx="66675" cy="66675"/>
          </a:xfrm>
          <a:prstGeom prst="triangle">
            <a:avLst/>
          </a:prstGeom>
          <a:solidFill>
            <a:srgbClr val="2B6CB0"/>
          </a:solidFill>
          <a:ln w="571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7" name="disaster-I075">
            <a:extLst>
              <a:ext uri="{FF2B5EF4-FFF2-40B4-BE49-F238E27FC236}">
                <a16:creationId xmlns:a16="http://schemas.microsoft.com/office/drawing/2014/main" id="{F51B00AE-C406-4F72-8460-157B4D7EBBBD}"/>
              </a:ext>
            </a:extLst>
          </p:cNvPr>
          <p:cNvSpPr>
            <a:spLocks noGrp="1"/>
          </p:cNvSpPr>
          <p:nvPr/>
        </p:nvSpPr>
        <p:spPr>
          <a:xfrm>
            <a:off x="4040247" y="4799722"/>
            <a:ext cx="66675" cy="66675"/>
          </a:xfrm>
          <a:prstGeom prst="triangle">
            <a:avLst/>
          </a:prstGeom>
          <a:solidFill>
            <a:srgbClr val="2B6CB0"/>
          </a:solidFill>
          <a:ln w="571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8" name="disaster-I076">
            <a:extLst>
              <a:ext uri="{FF2B5EF4-FFF2-40B4-BE49-F238E27FC236}">
                <a16:creationId xmlns:a16="http://schemas.microsoft.com/office/drawing/2014/main" id="{F1813C91-B600-4B54-AE33-C99C1C67D3BE}"/>
              </a:ext>
            </a:extLst>
          </p:cNvPr>
          <p:cNvSpPr>
            <a:spLocks noGrp="1"/>
          </p:cNvSpPr>
          <p:nvPr/>
        </p:nvSpPr>
        <p:spPr>
          <a:xfrm>
            <a:off x="4056554" y="4128707"/>
            <a:ext cx="66675" cy="66675"/>
          </a:xfrm>
          <a:prstGeom prst="triangle">
            <a:avLst/>
          </a:prstGeom>
          <a:solidFill>
            <a:srgbClr val="2B6CB0"/>
          </a:solidFill>
          <a:ln w="571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9" name="disaster-I077">
            <a:extLst>
              <a:ext uri="{FF2B5EF4-FFF2-40B4-BE49-F238E27FC236}">
                <a16:creationId xmlns:a16="http://schemas.microsoft.com/office/drawing/2014/main" id="{36B98AEF-342C-4208-BA89-07446B33072C}"/>
              </a:ext>
            </a:extLst>
          </p:cNvPr>
          <p:cNvSpPr>
            <a:spLocks noGrp="1"/>
          </p:cNvSpPr>
          <p:nvPr/>
        </p:nvSpPr>
        <p:spPr>
          <a:xfrm>
            <a:off x="4076788" y="3626201"/>
            <a:ext cx="66675" cy="66675"/>
          </a:xfrm>
          <a:prstGeom prst="triangle">
            <a:avLst/>
          </a:prstGeom>
          <a:solidFill>
            <a:srgbClr val="2B6CB0"/>
          </a:solidFill>
          <a:ln w="571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0" name="disaster-I078">
            <a:extLst>
              <a:ext uri="{FF2B5EF4-FFF2-40B4-BE49-F238E27FC236}">
                <a16:creationId xmlns:a16="http://schemas.microsoft.com/office/drawing/2014/main" id="{1D09638A-FA58-4482-B78C-A8BF5A686B0C}"/>
              </a:ext>
            </a:extLst>
          </p:cNvPr>
          <p:cNvSpPr>
            <a:spLocks noGrp="1"/>
          </p:cNvSpPr>
          <p:nvPr/>
        </p:nvSpPr>
        <p:spPr>
          <a:xfrm>
            <a:off x="4065916" y="3443801"/>
            <a:ext cx="66675" cy="66675"/>
          </a:xfrm>
          <a:prstGeom prst="triangle">
            <a:avLst/>
          </a:prstGeom>
          <a:solidFill>
            <a:srgbClr val="2B6CB0"/>
          </a:solidFill>
          <a:ln w="571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1" name="disaster-I079">
            <a:extLst>
              <a:ext uri="{FF2B5EF4-FFF2-40B4-BE49-F238E27FC236}">
                <a16:creationId xmlns:a16="http://schemas.microsoft.com/office/drawing/2014/main" id="{E133F150-E4FF-4F66-A799-DDD9CCB443CE}"/>
              </a:ext>
            </a:extLst>
          </p:cNvPr>
          <p:cNvSpPr>
            <a:spLocks noGrp="1"/>
          </p:cNvSpPr>
          <p:nvPr/>
        </p:nvSpPr>
        <p:spPr>
          <a:xfrm>
            <a:off x="4040549" y="3309114"/>
            <a:ext cx="66675" cy="66675"/>
          </a:xfrm>
          <a:prstGeom prst="triangle">
            <a:avLst/>
          </a:prstGeom>
          <a:solidFill>
            <a:srgbClr val="2B6CB0"/>
          </a:solidFill>
          <a:ln w="571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2" name="disaster-I080">
            <a:extLst>
              <a:ext uri="{FF2B5EF4-FFF2-40B4-BE49-F238E27FC236}">
                <a16:creationId xmlns:a16="http://schemas.microsoft.com/office/drawing/2014/main" id="{2A35DCCD-37C1-4B15-B874-6C1C01AD439F}"/>
              </a:ext>
            </a:extLst>
          </p:cNvPr>
          <p:cNvSpPr>
            <a:spLocks noGrp="1"/>
          </p:cNvSpPr>
          <p:nvPr/>
        </p:nvSpPr>
        <p:spPr>
          <a:xfrm>
            <a:off x="4028772" y="3119165"/>
            <a:ext cx="66675" cy="66675"/>
          </a:xfrm>
          <a:prstGeom prst="triangle">
            <a:avLst/>
          </a:prstGeom>
          <a:solidFill>
            <a:srgbClr val="2B6CB0"/>
          </a:solidFill>
          <a:ln w="571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3" name="disaster-I081">
            <a:extLst>
              <a:ext uri="{FF2B5EF4-FFF2-40B4-BE49-F238E27FC236}">
                <a16:creationId xmlns:a16="http://schemas.microsoft.com/office/drawing/2014/main" id="{A5D59E10-87D8-4DA4-BC51-76E29A16C034}"/>
              </a:ext>
            </a:extLst>
          </p:cNvPr>
          <p:cNvSpPr>
            <a:spLocks noGrp="1"/>
          </p:cNvSpPr>
          <p:nvPr/>
        </p:nvSpPr>
        <p:spPr>
          <a:xfrm>
            <a:off x="4030584" y="2970285"/>
            <a:ext cx="66675" cy="66675"/>
          </a:xfrm>
          <a:prstGeom prst="triangle">
            <a:avLst/>
          </a:prstGeom>
          <a:solidFill>
            <a:srgbClr val="2B6CB0"/>
          </a:solidFill>
          <a:ln w="571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4" name="disaster-I082">
            <a:extLst>
              <a:ext uri="{FF2B5EF4-FFF2-40B4-BE49-F238E27FC236}">
                <a16:creationId xmlns:a16="http://schemas.microsoft.com/office/drawing/2014/main" id="{032F83BC-A554-4BBA-9F46-748E39F7FDBB}"/>
              </a:ext>
            </a:extLst>
          </p:cNvPr>
          <p:cNvSpPr>
            <a:spLocks noGrp="1"/>
          </p:cNvSpPr>
          <p:nvPr/>
        </p:nvSpPr>
        <p:spPr>
          <a:xfrm>
            <a:off x="4067728" y="2792113"/>
            <a:ext cx="66675" cy="66675"/>
          </a:xfrm>
          <a:prstGeom prst="triangle">
            <a:avLst/>
          </a:prstGeom>
          <a:solidFill>
            <a:srgbClr val="2B6CB0"/>
          </a:solidFill>
          <a:ln w="571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5" name="disaster-I083">
            <a:extLst>
              <a:ext uri="{FF2B5EF4-FFF2-40B4-BE49-F238E27FC236}">
                <a16:creationId xmlns:a16="http://schemas.microsoft.com/office/drawing/2014/main" id="{F66EFD07-DCBE-42BA-B52F-A27D89FE2228}"/>
              </a:ext>
            </a:extLst>
          </p:cNvPr>
          <p:cNvSpPr>
            <a:spLocks noGrp="1"/>
          </p:cNvSpPr>
          <p:nvPr/>
        </p:nvSpPr>
        <p:spPr>
          <a:xfrm>
            <a:off x="4042361" y="2627228"/>
            <a:ext cx="66675" cy="66675"/>
          </a:xfrm>
          <a:prstGeom prst="triangle">
            <a:avLst/>
          </a:prstGeom>
          <a:solidFill>
            <a:srgbClr val="2B6CB0"/>
          </a:solidFill>
          <a:ln w="571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6" name="disaster-I084">
            <a:extLst>
              <a:ext uri="{FF2B5EF4-FFF2-40B4-BE49-F238E27FC236}">
                <a16:creationId xmlns:a16="http://schemas.microsoft.com/office/drawing/2014/main" id="{60D73469-151C-4D83-8DF6-78486DDCE19E}"/>
              </a:ext>
            </a:extLst>
          </p:cNvPr>
          <p:cNvSpPr>
            <a:spLocks noGrp="1"/>
          </p:cNvSpPr>
          <p:nvPr/>
        </p:nvSpPr>
        <p:spPr>
          <a:xfrm>
            <a:off x="4190939" y="3952347"/>
            <a:ext cx="66675" cy="66675"/>
          </a:xfrm>
          <a:prstGeom prst="triangle">
            <a:avLst/>
          </a:prstGeom>
          <a:solidFill>
            <a:srgbClr val="2B6CB0"/>
          </a:solidFill>
          <a:ln w="571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7" name="disaster-I085">
            <a:extLst>
              <a:ext uri="{FF2B5EF4-FFF2-40B4-BE49-F238E27FC236}">
                <a16:creationId xmlns:a16="http://schemas.microsoft.com/office/drawing/2014/main" id="{59416043-76A5-497A-A3CD-FB04F1B42C93}"/>
              </a:ext>
            </a:extLst>
          </p:cNvPr>
          <p:cNvSpPr>
            <a:spLocks noGrp="1"/>
          </p:cNvSpPr>
          <p:nvPr/>
        </p:nvSpPr>
        <p:spPr>
          <a:xfrm>
            <a:off x="4173725" y="3795917"/>
            <a:ext cx="66675" cy="66675"/>
          </a:xfrm>
          <a:prstGeom prst="triangle">
            <a:avLst/>
          </a:prstGeom>
          <a:solidFill>
            <a:srgbClr val="2B6CB0"/>
          </a:solidFill>
          <a:ln w="571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8" name="disaster-I086">
            <a:extLst>
              <a:ext uri="{FF2B5EF4-FFF2-40B4-BE49-F238E27FC236}">
                <a16:creationId xmlns:a16="http://schemas.microsoft.com/office/drawing/2014/main" id="{CE00AEB7-2FC3-46D7-BF3E-C8490AAC7772}"/>
              </a:ext>
            </a:extLst>
          </p:cNvPr>
          <p:cNvSpPr>
            <a:spLocks noGrp="1"/>
          </p:cNvSpPr>
          <p:nvPr/>
        </p:nvSpPr>
        <p:spPr>
          <a:xfrm>
            <a:off x="4183993" y="3281936"/>
            <a:ext cx="66675" cy="66675"/>
          </a:xfrm>
          <a:prstGeom prst="triangle">
            <a:avLst/>
          </a:prstGeom>
          <a:solidFill>
            <a:srgbClr val="2B6CB0"/>
          </a:solidFill>
          <a:ln w="571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9" name="disaster-I087">
            <a:extLst>
              <a:ext uri="{FF2B5EF4-FFF2-40B4-BE49-F238E27FC236}">
                <a16:creationId xmlns:a16="http://schemas.microsoft.com/office/drawing/2014/main" id="{EB7B06A1-5DE9-4CAF-A177-2F2EF4F4E3CA}"/>
              </a:ext>
            </a:extLst>
          </p:cNvPr>
          <p:cNvSpPr>
            <a:spLocks noGrp="1"/>
          </p:cNvSpPr>
          <p:nvPr/>
        </p:nvSpPr>
        <p:spPr>
          <a:xfrm>
            <a:off x="4188825" y="3103461"/>
            <a:ext cx="66675" cy="66675"/>
          </a:xfrm>
          <a:prstGeom prst="triangle">
            <a:avLst/>
          </a:prstGeom>
          <a:solidFill>
            <a:srgbClr val="2B6CB0"/>
          </a:solidFill>
          <a:ln w="571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0" name="disaster-I088">
            <a:extLst>
              <a:ext uri="{FF2B5EF4-FFF2-40B4-BE49-F238E27FC236}">
                <a16:creationId xmlns:a16="http://schemas.microsoft.com/office/drawing/2014/main" id="{1DAB80C6-494B-4DAB-966A-43555987B773}"/>
              </a:ext>
            </a:extLst>
          </p:cNvPr>
          <p:cNvSpPr>
            <a:spLocks noGrp="1"/>
          </p:cNvSpPr>
          <p:nvPr/>
        </p:nvSpPr>
        <p:spPr>
          <a:xfrm>
            <a:off x="4202716" y="2957904"/>
            <a:ext cx="66675" cy="66675"/>
          </a:xfrm>
          <a:prstGeom prst="triangle">
            <a:avLst/>
          </a:prstGeom>
          <a:solidFill>
            <a:srgbClr val="2B6CB0"/>
          </a:solidFill>
          <a:ln w="571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1" name="disaster-I089">
            <a:extLst>
              <a:ext uri="{FF2B5EF4-FFF2-40B4-BE49-F238E27FC236}">
                <a16:creationId xmlns:a16="http://schemas.microsoft.com/office/drawing/2014/main" id="{79F83E36-27C5-4ED5-BCAB-9DA6F3F14365}"/>
              </a:ext>
            </a:extLst>
          </p:cNvPr>
          <p:cNvSpPr>
            <a:spLocks noGrp="1"/>
          </p:cNvSpPr>
          <p:nvPr/>
        </p:nvSpPr>
        <p:spPr>
          <a:xfrm>
            <a:off x="4163156" y="2777315"/>
            <a:ext cx="66675" cy="66675"/>
          </a:xfrm>
          <a:prstGeom prst="triangle">
            <a:avLst/>
          </a:prstGeom>
          <a:solidFill>
            <a:srgbClr val="2B6CB0"/>
          </a:solidFill>
          <a:ln w="571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2" name="disaster-I090">
            <a:extLst>
              <a:ext uri="{FF2B5EF4-FFF2-40B4-BE49-F238E27FC236}">
                <a16:creationId xmlns:a16="http://schemas.microsoft.com/office/drawing/2014/main" id="{49998BA3-562C-43DF-A101-F98321FB2D49}"/>
              </a:ext>
            </a:extLst>
          </p:cNvPr>
          <p:cNvSpPr>
            <a:spLocks noGrp="1"/>
          </p:cNvSpPr>
          <p:nvPr/>
        </p:nvSpPr>
        <p:spPr>
          <a:xfrm>
            <a:off x="4176141" y="2675848"/>
            <a:ext cx="66675" cy="66675"/>
          </a:xfrm>
          <a:prstGeom prst="triangle">
            <a:avLst/>
          </a:prstGeom>
          <a:solidFill>
            <a:srgbClr val="2B6CB0"/>
          </a:solidFill>
          <a:ln w="571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3" name="disaster-I091">
            <a:extLst>
              <a:ext uri="{FF2B5EF4-FFF2-40B4-BE49-F238E27FC236}">
                <a16:creationId xmlns:a16="http://schemas.microsoft.com/office/drawing/2014/main" id="{5266BB59-38E6-4715-A3E5-552D3E59DA14}"/>
              </a:ext>
            </a:extLst>
          </p:cNvPr>
          <p:cNvSpPr>
            <a:spLocks noGrp="1"/>
          </p:cNvSpPr>
          <p:nvPr/>
        </p:nvSpPr>
        <p:spPr>
          <a:xfrm>
            <a:off x="4345254" y="3783838"/>
            <a:ext cx="66675" cy="66675"/>
          </a:xfrm>
          <a:prstGeom prst="triangle">
            <a:avLst/>
          </a:prstGeom>
          <a:solidFill>
            <a:srgbClr val="2B6CB0"/>
          </a:solidFill>
          <a:ln w="571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4" name="disaster-I092">
            <a:extLst>
              <a:ext uri="{FF2B5EF4-FFF2-40B4-BE49-F238E27FC236}">
                <a16:creationId xmlns:a16="http://schemas.microsoft.com/office/drawing/2014/main" id="{66CD9678-CD70-4B74-AABE-9115608424FA}"/>
              </a:ext>
            </a:extLst>
          </p:cNvPr>
          <p:cNvSpPr>
            <a:spLocks noGrp="1"/>
          </p:cNvSpPr>
          <p:nvPr/>
        </p:nvSpPr>
        <p:spPr>
          <a:xfrm>
            <a:off x="4341932" y="3289183"/>
            <a:ext cx="66675" cy="66675"/>
          </a:xfrm>
          <a:prstGeom prst="triangle">
            <a:avLst/>
          </a:prstGeom>
          <a:solidFill>
            <a:srgbClr val="2B6CB0"/>
          </a:solidFill>
          <a:ln w="571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5" name="disaster-I093">
            <a:extLst>
              <a:ext uri="{FF2B5EF4-FFF2-40B4-BE49-F238E27FC236}">
                <a16:creationId xmlns:a16="http://schemas.microsoft.com/office/drawing/2014/main" id="{264849E3-7AD1-48D6-9979-B1476E6179C9}"/>
              </a:ext>
            </a:extLst>
          </p:cNvPr>
          <p:cNvSpPr>
            <a:spLocks noGrp="1"/>
          </p:cNvSpPr>
          <p:nvPr/>
        </p:nvSpPr>
        <p:spPr>
          <a:xfrm>
            <a:off x="4354012" y="3101951"/>
            <a:ext cx="66675" cy="66675"/>
          </a:xfrm>
          <a:prstGeom prst="triangle">
            <a:avLst/>
          </a:prstGeom>
          <a:solidFill>
            <a:srgbClr val="2B6CB0"/>
          </a:solidFill>
          <a:ln w="571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6" name="disaster-I094">
            <a:extLst>
              <a:ext uri="{FF2B5EF4-FFF2-40B4-BE49-F238E27FC236}">
                <a16:creationId xmlns:a16="http://schemas.microsoft.com/office/drawing/2014/main" id="{A66D14AD-D6B9-4447-B8C9-EFA5393D4546}"/>
              </a:ext>
            </a:extLst>
          </p:cNvPr>
          <p:cNvSpPr>
            <a:spLocks noGrp="1"/>
          </p:cNvSpPr>
          <p:nvPr/>
        </p:nvSpPr>
        <p:spPr>
          <a:xfrm>
            <a:off x="4357031" y="2964547"/>
            <a:ext cx="66675" cy="66675"/>
          </a:xfrm>
          <a:prstGeom prst="triangle">
            <a:avLst/>
          </a:prstGeom>
          <a:solidFill>
            <a:srgbClr val="2B6CB0"/>
          </a:solidFill>
          <a:ln w="571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7" name="disaster-I095">
            <a:extLst>
              <a:ext uri="{FF2B5EF4-FFF2-40B4-BE49-F238E27FC236}">
                <a16:creationId xmlns:a16="http://schemas.microsoft.com/office/drawing/2014/main" id="{AD3D662F-C7B5-466B-BAB9-687B0CD0E30B}"/>
              </a:ext>
            </a:extLst>
          </p:cNvPr>
          <p:cNvSpPr>
            <a:spLocks noGrp="1"/>
          </p:cNvSpPr>
          <p:nvPr/>
        </p:nvSpPr>
        <p:spPr>
          <a:xfrm>
            <a:off x="4345254" y="2787583"/>
            <a:ext cx="66675" cy="66675"/>
          </a:xfrm>
          <a:prstGeom prst="triangle">
            <a:avLst/>
          </a:prstGeom>
          <a:solidFill>
            <a:srgbClr val="2B6CB0"/>
          </a:solidFill>
          <a:ln w="571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8" name="disaster-I096">
            <a:extLst>
              <a:ext uri="{FF2B5EF4-FFF2-40B4-BE49-F238E27FC236}">
                <a16:creationId xmlns:a16="http://schemas.microsoft.com/office/drawing/2014/main" id="{17391C9C-1F38-4521-BFAA-FE3B158E6FE2}"/>
              </a:ext>
            </a:extLst>
          </p:cNvPr>
          <p:cNvSpPr>
            <a:spLocks noGrp="1"/>
          </p:cNvSpPr>
          <p:nvPr/>
        </p:nvSpPr>
        <p:spPr>
          <a:xfrm>
            <a:off x="4498361" y="3804373"/>
            <a:ext cx="66675" cy="66675"/>
          </a:xfrm>
          <a:prstGeom prst="triangle">
            <a:avLst/>
          </a:prstGeom>
          <a:solidFill>
            <a:srgbClr val="2B6CB0"/>
          </a:solidFill>
          <a:ln w="571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9" name="disaster-I097">
            <a:extLst>
              <a:ext uri="{FF2B5EF4-FFF2-40B4-BE49-F238E27FC236}">
                <a16:creationId xmlns:a16="http://schemas.microsoft.com/office/drawing/2014/main" id="{19C2F689-2EB3-47EC-96F1-96626BEDF07B}"/>
              </a:ext>
            </a:extLst>
          </p:cNvPr>
          <p:cNvSpPr>
            <a:spLocks noGrp="1"/>
          </p:cNvSpPr>
          <p:nvPr/>
        </p:nvSpPr>
        <p:spPr>
          <a:xfrm>
            <a:off x="4519198" y="3293411"/>
            <a:ext cx="66675" cy="66675"/>
          </a:xfrm>
          <a:prstGeom prst="triangle">
            <a:avLst/>
          </a:prstGeom>
          <a:solidFill>
            <a:srgbClr val="2B6CB0"/>
          </a:solidFill>
          <a:ln w="571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0" name="disaster-I098">
            <a:extLst>
              <a:ext uri="{FF2B5EF4-FFF2-40B4-BE49-F238E27FC236}">
                <a16:creationId xmlns:a16="http://schemas.microsoft.com/office/drawing/2014/main" id="{D43EE475-E988-4184-9AB1-E2229CA48FEA}"/>
              </a:ext>
            </a:extLst>
          </p:cNvPr>
          <p:cNvSpPr>
            <a:spLocks noGrp="1"/>
          </p:cNvSpPr>
          <p:nvPr/>
        </p:nvSpPr>
        <p:spPr>
          <a:xfrm>
            <a:off x="4513763" y="3127318"/>
            <a:ext cx="66675" cy="66675"/>
          </a:xfrm>
          <a:prstGeom prst="triangle">
            <a:avLst/>
          </a:prstGeom>
          <a:solidFill>
            <a:srgbClr val="2B6CB0"/>
          </a:solidFill>
          <a:ln w="571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1" name="disaster-I099">
            <a:extLst>
              <a:ext uri="{FF2B5EF4-FFF2-40B4-BE49-F238E27FC236}">
                <a16:creationId xmlns:a16="http://schemas.microsoft.com/office/drawing/2014/main" id="{170CD5D2-5FD0-48A0-99FC-3ED61598259B}"/>
              </a:ext>
            </a:extLst>
          </p:cNvPr>
          <p:cNvSpPr>
            <a:spLocks noGrp="1"/>
          </p:cNvSpPr>
          <p:nvPr/>
        </p:nvSpPr>
        <p:spPr>
          <a:xfrm>
            <a:off x="4492624" y="2966359"/>
            <a:ext cx="66675" cy="66675"/>
          </a:xfrm>
          <a:prstGeom prst="triangle">
            <a:avLst/>
          </a:prstGeom>
          <a:solidFill>
            <a:srgbClr val="2B6CB0"/>
          </a:solidFill>
          <a:ln w="571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2" name="disaster-I100">
            <a:extLst>
              <a:ext uri="{FF2B5EF4-FFF2-40B4-BE49-F238E27FC236}">
                <a16:creationId xmlns:a16="http://schemas.microsoft.com/office/drawing/2014/main" id="{B8E70955-1841-4E84-8332-3E0400942FBC}"/>
              </a:ext>
            </a:extLst>
          </p:cNvPr>
          <p:cNvSpPr>
            <a:spLocks noGrp="1"/>
          </p:cNvSpPr>
          <p:nvPr/>
        </p:nvSpPr>
        <p:spPr>
          <a:xfrm>
            <a:off x="4636671" y="3624087"/>
            <a:ext cx="66675" cy="66675"/>
          </a:xfrm>
          <a:prstGeom prst="triangle">
            <a:avLst/>
          </a:prstGeom>
          <a:solidFill>
            <a:srgbClr val="2B6CB0"/>
          </a:solidFill>
          <a:ln w="571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3" name="disaster-I101">
            <a:extLst>
              <a:ext uri="{FF2B5EF4-FFF2-40B4-BE49-F238E27FC236}">
                <a16:creationId xmlns:a16="http://schemas.microsoft.com/office/drawing/2014/main" id="{9C143F87-7949-45F7-9D60-AC9AB5F3DF24}"/>
              </a:ext>
            </a:extLst>
          </p:cNvPr>
          <p:cNvSpPr>
            <a:spLocks noGrp="1"/>
          </p:cNvSpPr>
          <p:nvPr/>
        </p:nvSpPr>
        <p:spPr>
          <a:xfrm>
            <a:off x="4703410" y="3473093"/>
            <a:ext cx="66675" cy="66675"/>
          </a:xfrm>
          <a:prstGeom prst="triangle">
            <a:avLst/>
          </a:prstGeom>
          <a:solidFill>
            <a:srgbClr val="2B6CB0"/>
          </a:solidFill>
          <a:ln w="571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4" name="disaster-I102">
            <a:extLst>
              <a:ext uri="{FF2B5EF4-FFF2-40B4-BE49-F238E27FC236}">
                <a16:creationId xmlns:a16="http://schemas.microsoft.com/office/drawing/2014/main" id="{CB239118-993E-4E72-98D6-1E71173EEAAE}"/>
              </a:ext>
            </a:extLst>
          </p:cNvPr>
          <p:cNvSpPr>
            <a:spLocks noGrp="1"/>
          </p:cNvSpPr>
          <p:nvPr/>
        </p:nvSpPr>
        <p:spPr>
          <a:xfrm>
            <a:off x="4661132" y="3266232"/>
            <a:ext cx="66675" cy="66675"/>
          </a:xfrm>
          <a:prstGeom prst="triangle">
            <a:avLst/>
          </a:prstGeom>
          <a:solidFill>
            <a:srgbClr val="2B6CB0"/>
          </a:solidFill>
          <a:ln w="571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5" name="disaster-I103">
            <a:extLst>
              <a:ext uri="{FF2B5EF4-FFF2-40B4-BE49-F238E27FC236}">
                <a16:creationId xmlns:a16="http://schemas.microsoft.com/office/drawing/2014/main" id="{0ED10F30-B8DB-4596-BFBD-6B87D19590AD}"/>
              </a:ext>
            </a:extLst>
          </p:cNvPr>
          <p:cNvSpPr>
            <a:spLocks noGrp="1"/>
          </p:cNvSpPr>
          <p:nvPr/>
        </p:nvSpPr>
        <p:spPr>
          <a:xfrm>
            <a:off x="4648147" y="3144531"/>
            <a:ext cx="66675" cy="66675"/>
          </a:xfrm>
          <a:prstGeom prst="triangle">
            <a:avLst/>
          </a:prstGeom>
          <a:solidFill>
            <a:srgbClr val="2B6CB0"/>
          </a:solidFill>
          <a:ln w="571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6" name="disaster-I104">
            <a:extLst>
              <a:ext uri="{FF2B5EF4-FFF2-40B4-BE49-F238E27FC236}">
                <a16:creationId xmlns:a16="http://schemas.microsoft.com/office/drawing/2014/main" id="{61D3E1A5-BB36-4F35-8C10-4B200BBF48BF}"/>
              </a:ext>
            </a:extLst>
          </p:cNvPr>
          <p:cNvSpPr>
            <a:spLocks noGrp="1"/>
          </p:cNvSpPr>
          <p:nvPr/>
        </p:nvSpPr>
        <p:spPr>
          <a:xfrm>
            <a:off x="4665662" y="2979949"/>
            <a:ext cx="66675" cy="66675"/>
          </a:xfrm>
          <a:prstGeom prst="triangle">
            <a:avLst/>
          </a:prstGeom>
          <a:solidFill>
            <a:srgbClr val="2B6CB0"/>
          </a:solidFill>
          <a:ln w="571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7" name="disaster-I105">
            <a:extLst>
              <a:ext uri="{FF2B5EF4-FFF2-40B4-BE49-F238E27FC236}">
                <a16:creationId xmlns:a16="http://schemas.microsoft.com/office/drawing/2014/main" id="{28EEB486-8AEB-41B6-8ECF-6F2E3801CDA9}"/>
              </a:ext>
            </a:extLst>
          </p:cNvPr>
          <p:cNvSpPr>
            <a:spLocks noGrp="1"/>
          </p:cNvSpPr>
          <p:nvPr/>
        </p:nvSpPr>
        <p:spPr>
          <a:xfrm>
            <a:off x="4648449" y="2822613"/>
            <a:ext cx="66675" cy="66675"/>
          </a:xfrm>
          <a:prstGeom prst="triangle">
            <a:avLst/>
          </a:prstGeom>
          <a:solidFill>
            <a:srgbClr val="2B6CB0"/>
          </a:solidFill>
          <a:ln w="571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8" name="disaster-I106">
            <a:extLst>
              <a:ext uri="{FF2B5EF4-FFF2-40B4-BE49-F238E27FC236}">
                <a16:creationId xmlns:a16="http://schemas.microsoft.com/office/drawing/2014/main" id="{FF0EC7E8-0B49-4DA1-8383-6D7CBC699918}"/>
              </a:ext>
            </a:extLst>
          </p:cNvPr>
          <p:cNvSpPr>
            <a:spLocks noGrp="1"/>
          </p:cNvSpPr>
          <p:nvPr/>
        </p:nvSpPr>
        <p:spPr>
          <a:xfrm>
            <a:off x="4794610" y="3438063"/>
            <a:ext cx="66675" cy="66675"/>
          </a:xfrm>
          <a:prstGeom prst="triangle">
            <a:avLst/>
          </a:prstGeom>
          <a:solidFill>
            <a:srgbClr val="2B6CB0"/>
          </a:solidFill>
          <a:ln w="571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9" name="disaster-I107">
            <a:extLst>
              <a:ext uri="{FF2B5EF4-FFF2-40B4-BE49-F238E27FC236}">
                <a16:creationId xmlns:a16="http://schemas.microsoft.com/office/drawing/2014/main" id="{5FCC5CDD-2F87-428A-A068-2ACC63049E80}"/>
              </a:ext>
            </a:extLst>
          </p:cNvPr>
          <p:cNvSpPr>
            <a:spLocks noGrp="1"/>
          </p:cNvSpPr>
          <p:nvPr/>
        </p:nvSpPr>
        <p:spPr>
          <a:xfrm>
            <a:off x="4815146" y="3299149"/>
            <a:ext cx="66675" cy="66675"/>
          </a:xfrm>
          <a:prstGeom prst="triangle">
            <a:avLst/>
          </a:prstGeom>
          <a:solidFill>
            <a:srgbClr val="2B6CB0"/>
          </a:solidFill>
          <a:ln w="571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0" name="disaster-I108">
            <a:extLst>
              <a:ext uri="{FF2B5EF4-FFF2-40B4-BE49-F238E27FC236}">
                <a16:creationId xmlns:a16="http://schemas.microsoft.com/office/drawing/2014/main" id="{0E69DFB3-DBAC-4E80-91D6-166961E1C5E6}"/>
              </a:ext>
            </a:extLst>
          </p:cNvPr>
          <p:cNvSpPr>
            <a:spLocks noGrp="1"/>
          </p:cNvSpPr>
          <p:nvPr/>
        </p:nvSpPr>
        <p:spPr>
          <a:xfrm>
            <a:off x="4797932" y="3134868"/>
            <a:ext cx="66675" cy="66675"/>
          </a:xfrm>
          <a:prstGeom prst="triangle">
            <a:avLst/>
          </a:prstGeom>
          <a:solidFill>
            <a:srgbClr val="2B6CB0"/>
          </a:solidFill>
          <a:ln w="571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1" name="disaster-I109">
            <a:extLst>
              <a:ext uri="{FF2B5EF4-FFF2-40B4-BE49-F238E27FC236}">
                <a16:creationId xmlns:a16="http://schemas.microsoft.com/office/drawing/2014/main" id="{BC299690-F4C6-4F6B-9509-8F561A883425}"/>
              </a:ext>
            </a:extLst>
          </p:cNvPr>
          <p:cNvSpPr>
            <a:spLocks noGrp="1"/>
          </p:cNvSpPr>
          <p:nvPr/>
        </p:nvSpPr>
        <p:spPr>
          <a:xfrm>
            <a:off x="4790987" y="2964547"/>
            <a:ext cx="66675" cy="66675"/>
          </a:xfrm>
          <a:prstGeom prst="triangle">
            <a:avLst/>
          </a:prstGeom>
          <a:solidFill>
            <a:srgbClr val="2B6CB0"/>
          </a:solidFill>
          <a:ln w="571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2" name="disaster-I110">
            <a:extLst>
              <a:ext uri="{FF2B5EF4-FFF2-40B4-BE49-F238E27FC236}">
                <a16:creationId xmlns:a16="http://schemas.microsoft.com/office/drawing/2014/main" id="{68E0C973-A493-4239-9F85-1EA68B679C67}"/>
              </a:ext>
            </a:extLst>
          </p:cNvPr>
          <p:cNvSpPr>
            <a:spLocks noGrp="1"/>
          </p:cNvSpPr>
          <p:nvPr/>
        </p:nvSpPr>
        <p:spPr>
          <a:xfrm>
            <a:off x="4789779" y="2796341"/>
            <a:ext cx="66675" cy="66675"/>
          </a:xfrm>
          <a:prstGeom prst="triangle">
            <a:avLst/>
          </a:prstGeom>
          <a:solidFill>
            <a:srgbClr val="2B6CB0"/>
          </a:solidFill>
          <a:ln w="571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3" name="disaster-I111">
            <a:extLst>
              <a:ext uri="{FF2B5EF4-FFF2-40B4-BE49-F238E27FC236}">
                <a16:creationId xmlns:a16="http://schemas.microsoft.com/office/drawing/2014/main" id="{BFBA384C-97DE-47AC-A748-27A2311C33E3}"/>
              </a:ext>
            </a:extLst>
          </p:cNvPr>
          <p:cNvSpPr>
            <a:spLocks noGrp="1"/>
          </p:cNvSpPr>
          <p:nvPr/>
        </p:nvSpPr>
        <p:spPr>
          <a:xfrm>
            <a:off x="4922653" y="3798635"/>
            <a:ext cx="66675" cy="66675"/>
          </a:xfrm>
          <a:prstGeom prst="triangle">
            <a:avLst/>
          </a:prstGeom>
          <a:solidFill>
            <a:srgbClr val="2B6CB0"/>
          </a:solidFill>
          <a:ln w="571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4" name="disaster-I112">
            <a:extLst>
              <a:ext uri="{FF2B5EF4-FFF2-40B4-BE49-F238E27FC236}">
                <a16:creationId xmlns:a16="http://schemas.microsoft.com/office/drawing/2014/main" id="{F0690E84-13C3-42C9-9457-43CD75F3B751}"/>
              </a:ext>
            </a:extLst>
          </p:cNvPr>
          <p:cNvSpPr>
            <a:spLocks noGrp="1"/>
          </p:cNvSpPr>
          <p:nvPr/>
        </p:nvSpPr>
        <p:spPr>
          <a:xfrm>
            <a:off x="4954060" y="3607779"/>
            <a:ext cx="66675" cy="66675"/>
          </a:xfrm>
          <a:prstGeom prst="triangle">
            <a:avLst/>
          </a:prstGeom>
          <a:solidFill>
            <a:srgbClr val="2B6CB0"/>
          </a:solidFill>
          <a:ln w="571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5" name="disaster-I113">
            <a:extLst>
              <a:ext uri="{FF2B5EF4-FFF2-40B4-BE49-F238E27FC236}">
                <a16:creationId xmlns:a16="http://schemas.microsoft.com/office/drawing/2014/main" id="{D941EEC1-2FAA-4852-ADD7-00EEF0AFDECA}"/>
              </a:ext>
            </a:extLst>
          </p:cNvPr>
          <p:cNvSpPr>
            <a:spLocks noGrp="1"/>
          </p:cNvSpPr>
          <p:nvPr/>
        </p:nvSpPr>
        <p:spPr>
          <a:xfrm>
            <a:off x="4972179" y="3442593"/>
            <a:ext cx="66675" cy="66675"/>
          </a:xfrm>
          <a:prstGeom prst="triangle">
            <a:avLst/>
          </a:prstGeom>
          <a:solidFill>
            <a:srgbClr val="2B6CB0"/>
          </a:solidFill>
          <a:ln w="571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6" name="disaster-I114">
            <a:extLst>
              <a:ext uri="{FF2B5EF4-FFF2-40B4-BE49-F238E27FC236}">
                <a16:creationId xmlns:a16="http://schemas.microsoft.com/office/drawing/2014/main" id="{DA63B8F2-F25A-46A3-A9E0-F4506DC66F38}"/>
              </a:ext>
            </a:extLst>
          </p:cNvPr>
          <p:cNvSpPr>
            <a:spLocks noGrp="1"/>
          </p:cNvSpPr>
          <p:nvPr/>
        </p:nvSpPr>
        <p:spPr>
          <a:xfrm>
            <a:off x="4959193" y="3284955"/>
            <a:ext cx="66675" cy="66675"/>
          </a:xfrm>
          <a:prstGeom prst="triangle">
            <a:avLst/>
          </a:prstGeom>
          <a:solidFill>
            <a:srgbClr val="2B6CB0"/>
          </a:solidFill>
          <a:ln w="571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7" name="disaster-I115">
            <a:extLst>
              <a:ext uri="{FF2B5EF4-FFF2-40B4-BE49-F238E27FC236}">
                <a16:creationId xmlns:a16="http://schemas.microsoft.com/office/drawing/2014/main" id="{F54E4230-6A4D-4646-AEF7-80F7D15C9E13}"/>
              </a:ext>
            </a:extLst>
          </p:cNvPr>
          <p:cNvSpPr>
            <a:spLocks noGrp="1"/>
          </p:cNvSpPr>
          <p:nvPr/>
        </p:nvSpPr>
        <p:spPr>
          <a:xfrm>
            <a:off x="4945302" y="3124600"/>
            <a:ext cx="66675" cy="66675"/>
          </a:xfrm>
          <a:prstGeom prst="triangle">
            <a:avLst/>
          </a:prstGeom>
          <a:solidFill>
            <a:srgbClr val="2B6CB0"/>
          </a:solidFill>
          <a:ln w="571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8" name="disaster-I116">
            <a:extLst>
              <a:ext uri="{FF2B5EF4-FFF2-40B4-BE49-F238E27FC236}">
                <a16:creationId xmlns:a16="http://schemas.microsoft.com/office/drawing/2014/main" id="{6ACCDCD6-EE81-4FC3-BB24-67C5A5FD622A}"/>
              </a:ext>
            </a:extLst>
          </p:cNvPr>
          <p:cNvSpPr>
            <a:spLocks noGrp="1"/>
          </p:cNvSpPr>
          <p:nvPr/>
        </p:nvSpPr>
        <p:spPr>
          <a:xfrm>
            <a:off x="5106865" y="3756055"/>
            <a:ext cx="66675" cy="66675"/>
          </a:xfrm>
          <a:prstGeom prst="triangle">
            <a:avLst/>
          </a:prstGeom>
          <a:solidFill>
            <a:srgbClr val="2B6CB0"/>
          </a:solidFill>
          <a:ln w="571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9" name="disaster-I117">
            <a:extLst>
              <a:ext uri="{FF2B5EF4-FFF2-40B4-BE49-F238E27FC236}">
                <a16:creationId xmlns:a16="http://schemas.microsoft.com/office/drawing/2014/main" id="{28CE1B7F-87F0-49F1-8C7A-B153A8338EE7}"/>
              </a:ext>
            </a:extLst>
          </p:cNvPr>
          <p:cNvSpPr>
            <a:spLocks noGrp="1"/>
          </p:cNvSpPr>
          <p:nvPr/>
        </p:nvSpPr>
        <p:spPr>
          <a:xfrm>
            <a:off x="5110489" y="3613819"/>
            <a:ext cx="66675" cy="66675"/>
          </a:xfrm>
          <a:prstGeom prst="triangle">
            <a:avLst/>
          </a:prstGeom>
          <a:solidFill>
            <a:srgbClr val="2B6CB0"/>
          </a:solidFill>
          <a:ln w="571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0" name="disaster-I118">
            <a:extLst>
              <a:ext uri="{FF2B5EF4-FFF2-40B4-BE49-F238E27FC236}">
                <a16:creationId xmlns:a16="http://schemas.microsoft.com/office/drawing/2014/main" id="{C2C0574F-A067-4C0F-8FCE-1D3D184E1A9F}"/>
              </a:ext>
            </a:extLst>
          </p:cNvPr>
          <p:cNvSpPr>
            <a:spLocks noGrp="1"/>
          </p:cNvSpPr>
          <p:nvPr/>
        </p:nvSpPr>
        <p:spPr>
          <a:xfrm>
            <a:off x="5142801" y="3447122"/>
            <a:ext cx="66675" cy="66675"/>
          </a:xfrm>
          <a:prstGeom prst="triangle">
            <a:avLst/>
          </a:prstGeom>
          <a:solidFill>
            <a:srgbClr val="2B6CB0"/>
          </a:solidFill>
          <a:ln w="571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1" name="disaster-I119">
            <a:extLst>
              <a:ext uri="{FF2B5EF4-FFF2-40B4-BE49-F238E27FC236}">
                <a16:creationId xmlns:a16="http://schemas.microsoft.com/office/drawing/2014/main" id="{AF83FDD0-9F52-4F14-8640-6ADA846A79FA}"/>
              </a:ext>
            </a:extLst>
          </p:cNvPr>
          <p:cNvSpPr>
            <a:spLocks noGrp="1"/>
          </p:cNvSpPr>
          <p:nvPr/>
        </p:nvSpPr>
        <p:spPr>
          <a:xfrm>
            <a:off x="5106865" y="3298243"/>
            <a:ext cx="66675" cy="66675"/>
          </a:xfrm>
          <a:prstGeom prst="triangle">
            <a:avLst/>
          </a:prstGeom>
          <a:solidFill>
            <a:srgbClr val="2B6CB0"/>
          </a:solidFill>
          <a:ln w="571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2" name="disaster-I120">
            <a:extLst>
              <a:ext uri="{FF2B5EF4-FFF2-40B4-BE49-F238E27FC236}">
                <a16:creationId xmlns:a16="http://schemas.microsoft.com/office/drawing/2014/main" id="{62C1C21F-1484-4BD1-8018-A6509A26A04B}"/>
              </a:ext>
            </a:extLst>
          </p:cNvPr>
          <p:cNvSpPr>
            <a:spLocks noGrp="1"/>
          </p:cNvSpPr>
          <p:nvPr/>
        </p:nvSpPr>
        <p:spPr>
          <a:xfrm>
            <a:off x="5134346" y="3131244"/>
            <a:ext cx="66675" cy="66675"/>
          </a:xfrm>
          <a:prstGeom prst="triangle">
            <a:avLst/>
          </a:prstGeom>
          <a:solidFill>
            <a:srgbClr val="2B6CB0"/>
          </a:solidFill>
          <a:ln w="571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3" name="disaster-I121">
            <a:extLst>
              <a:ext uri="{FF2B5EF4-FFF2-40B4-BE49-F238E27FC236}">
                <a16:creationId xmlns:a16="http://schemas.microsoft.com/office/drawing/2014/main" id="{B5960836-6049-4F29-A250-73B0476ED316}"/>
              </a:ext>
            </a:extLst>
          </p:cNvPr>
          <p:cNvSpPr>
            <a:spLocks noGrp="1"/>
          </p:cNvSpPr>
          <p:nvPr/>
        </p:nvSpPr>
        <p:spPr>
          <a:xfrm>
            <a:off x="5131930" y="2990216"/>
            <a:ext cx="66675" cy="66675"/>
          </a:xfrm>
          <a:prstGeom prst="triangle">
            <a:avLst/>
          </a:prstGeom>
          <a:solidFill>
            <a:srgbClr val="2B6CB0"/>
          </a:solidFill>
          <a:ln w="571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4" name="disaster-I122">
            <a:extLst>
              <a:ext uri="{FF2B5EF4-FFF2-40B4-BE49-F238E27FC236}">
                <a16:creationId xmlns:a16="http://schemas.microsoft.com/office/drawing/2014/main" id="{A54D1E37-B94C-4C65-94FD-A2D6AC1649D6}"/>
              </a:ext>
            </a:extLst>
          </p:cNvPr>
          <p:cNvSpPr>
            <a:spLocks noGrp="1"/>
          </p:cNvSpPr>
          <p:nvPr/>
        </p:nvSpPr>
        <p:spPr>
          <a:xfrm>
            <a:off x="5249403" y="3589056"/>
            <a:ext cx="66675" cy="66675"/>
          </a:xfrm>
          <a:prstGeom prst="triangle">
            <a:avLst/>
          </a:prstGeom>
          <a:solidFill>
            <a:srgbClr val="2B6CB0"/>
          </a:solidFill>
          <a:ln w="571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5" name="disaster-I123">
            <a:extLst>
              <a:ext uri="{FF2B5EF4-FFF2-40B4-BE49-F238E27FC236}">
                <a16:creationId xmlns:a16="http://schemas.microsoft.com/office/drawing/2014/main" id="{7F2C511F-75E9-4FCE-9741-C04344669A13}"/>
              </a:ext>
            </a:extLst>
          </p:cNvPr>
          <p:cNvSpPr>
            <a:spLocks noGrp="1"/>
          </p:cNvSpPr>
          <p:nvPr/>
        </p:nvSpPr>
        <p:spPr>
          <a:xfrm>
            <a:off x="5261784" y="3445612"/>
            <a:ext cx="66675" cy="66675"/>
          </a:xfrm>
          <a:prstGeom prst="triangle">
            <a:avLst/>
          </a:prstGeom>
          <a:solidFill>
            <a:srgbClr val="2B6CB0"/>
          </a:solidFill>
          <a:ln w="571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6" name="disaster-I124">
            <a:extLst>
              <a:ext uri="{FF2B5EF4-FFF2-40B4-BE49-F238E27FC236}">
                <a16:creationId xmlns:a16="http://schemas.microsoft.com/office/drawing/2014/main" id="{4E2343CD-F5C0-4F9A-90D2-B5783543FBFC}"/>
              </a:ext>
            </a:extLst>
          </p:cNvPr>
          <p:cNvSpPr>
            <a:spLocks noGrp="1"/>
          </p:cNvSpPr>
          <p:nvPr/>
        </p:nvSpPr>
        <p:spPr>
          <a:xfrm>
            <a:off x="5252423" y="3288881"/>
            <a:ext cx="66675" cy="66675"/>
          </a:xfrm>
          <a:prstGeom prst="triangle">
            <a:avLst/>
          </a:prstGeom>
          <a:solidFill>
            <a:srgbClr val="2B6CB0"/>
          </a:solidFill>
          <a:ln w="571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7" name="disaster-I125">
            <a:extLst>
              <a:ext uri="{FF2B5EF4-FFF2-40B4-BE49-F238E27FC236}">
                <a16:creationId xmlns:a16="http://schemas.microsoft.com/office/drawing/2014/main" id="{E977D82C-76EA-42CA-B064-6E583B32B359}"/>
              </a:ext>
            </a:extLst>
          </p:cNvPr>
          <p:cNvSpPr>
            <a:spLocks noGrp="1"/>
          </p:cNvSpPr>
          <p:nvPr/>
        </p:nvSpPr>
        <p:spPr>
          <a:xfrm>
            <a:off x="5286547" y="3139096"/>
            <a:ext cx="66675" cy="66675"/>
          </a:xfrm>
          <a:prstGeom prst="triangle">
            <a:avLst/>
          </a:prstGeom>
          <a:solidFill>
            <a:srgbClr val="2B6CB0"/>
          </a:solidFill>
          <a:ln w="571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8" name="disaster-I126">
            <a:extLst>
              <a:ext uri="{FF2B5EF4-FFF2-40B4-BE49-F238E27FC236}">
                <a16:creationId xmlns:a16="http://schemas.microsoft.com/office/drawing/2014/main" id="{2B22F0FD-A601-4943-B025-266F2B775283}"/>
              </a:ext>
            </a:extLst>
          </p:cNvPr>
          <p:cNvSpPr>
            <a:spLocks noGrp="1"/>
          </p:cNvSpPr>
          <p:nvPr/>
        </p:nvSpPr>
        <p:spPr>
          <a:xfrm>
            <a:off x="5256348" y="2944616"/>
            <a:ext cx="66675" cy="66675"/>
          </a:xfrm>
          <a:prstGeom prst="triangle">
            <a:avLst/>
          </a:prstGeom>
          <a:solidFill>
            <a:srgbClr val="2B6CB0"/>
          </a:solidFill>
          <a:ln w="571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9" name="disaster-I127">
            <a:extLst>
              <a:ext uri="{FF2B5EF4-FFF2-40B4-BE49-F238E27FC236}">
                <a16:creationId xmlns:a16="http://schemas.microsoft.com/office/drawing/2014/main" id="{5F7CC135-0547-447A-97AB-3B3D3FE645F1}"/>
              </a:ext>
            </a:extLst>
          </p:cNvPr>
          <p:cNvSpPr>
            <a:spLocks noGrp="1"/>
          </p:cNvSpPr>
          <p:nvPr/>
        </p:nvSpPr>
        <p:spPr>
          <a:xfrm>
            <a:off x="5403718" y="3461014"/>
            <a:ext cx="66675" cy="66675"/>
          </a:xfrm>
          <a:prstGeom prst="triangle">
            <a:avLst/>
          </a:prstGeom>
          <a:solidFill>
            <a:srgbClr val="2B6CB0"/>
          </a:solidFill>
          <a:ln w="571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0" name="disaster-I128">
            <a:extLst>
              <a:ext uri="{FF2B5EF4-FFF2-40B4-BE49-F238E27FC236}">
                <a16:creationId xmlns:a16="http://schemas.microsoft.com/office/drawing/2014/main" id="{05102316-AF73-44E5-A131-380BFDF6125D}"/>
              </a:ext>
            </a:extLst>
          </p:cNvPr>
          <p:cNvSpPr>
            <a:spLocks noGrp="1"/>
          </p:cNvSpPr>
          <p:nvPr/>
        </p:nvSpPr>
        <p:spPr>
          <a:xfrm>
            <a:off x="5403416" y="3302169"/>
            <a:ext cx="66675" cy="66675"/>
          </a:xfrm>
          <a:prstGeom prst="triangle">
            <a:avLst/>
          </a:prstGeom>
          <a:solidFill>
            <a:srgbClr val="2B6CB0"/>
          </a:solidFill>
          <a:ln w="571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1" name="disaster-I129">
            <a:extLst>
              <a:ext uri="{FF2B5EF4-FFF2-40B4-BE49-F238E27FC236}">
                <a16:creationId xmlns:a16="http://schemas.microsoft.com/office/drawing/2014/main" id="{40D1B481-8C91-42F6-91A1-DF7905D2B0D0}"/>
              </a:ext>
            </a:extLst>
          </p:cNvPr>
          <p:cNvSpPr>
            <a:spLocks noGrp="1"/>
          </p:cNvSpPr>
          <p:nvPr/>
        </p:nvSpPr>
        <p:spPr>
          <a:xfrm>
            <a:off x="5417005" y="2775805"/>
            <a:ext cx="66675" cy="66675"/>
          </a:xfrm>
          <a:prstGeom prst="triangle">
            <a:avLst/>
          </a:prstGeom>
          <a:solidFill>
            <a:srgbClr val="2B6CB0"/>
          </a:solidFill>
          <a:ln w="571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2" name="ccp-J01">
            <a:extLst>
              <a:ext uri="{FF2B5EF4-FFF2-40B4-BE49-F238E27FC236}">
                <a16:creationId xmlns:a16="http://schemas.microsoft.com/office/drawing/2014/main" id="{F712853A-8AC8-4297-9417-254821E6B80E}"/>
              </a:ext>
            </a:extLst>
          </p:cNvPr>
          <p:cNvSpPr>
            <a:spLocks noGrp="1"/>
          </p:cNvSpPr>
          <p:nvPr/>
        </p:nvSpPr>
        <p:spPr>
          <a:xfrm>
            <a:off x="4084961" y="3400938"/>
            <a:ext cx="152400" cy="152400"/>
          </a:xfrm>
          <a:prstGeom prst="ellipse">
            <a:avLst/>
          </a:prstGeom>
          <a:solidFill>
            <a:srgbClr val="E69F00"/>
          </a:solidFill>
          <a:ln w="7620">
            <a:solidFill>
              <a:srgbClr val="222222"/>
            </a:solidFill>
            <a:prstDash val="solid"/>
          </a:ln>
        </p:spPr>
        <p:txBody>
          <a:bodyPr/>
          <a:lstStyle/>
          <a:p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293" name="ccp-J02">
            <a:extLst>
              <a:ext uri="{FF2B5EF4-FFF2-40B4-BE49-F238E27FC236}">
                <a16:creationId xmlns:a16="http://schemas.microsoft.com/office/drawing/2014/main" id="{0BC5A554-A250-49EF-B025-7E6791925F0F}"/>
              </a:ext>
            </a:extLst>
          </p:cNvPr>
          <p:cNvSpPr>
            <a:spLocks noGrp="1"/>
          </p:cNvSpPr>
          <p:nvPr/>
        </p:nvSpPr>
        <p:spPr>
          <a:xfrm>
            <a:off x="3697210" y="3998570"/>
            <a:ext cx="152400" cy="152400"/>
          </a:xfrm>
          <a:prstGeom prst="ellipse">
            <a:avLst/>
          </a:prstGeom>
          <a:solidFill>
            <a:srgbClr val="E69F00"/>
          </a:solidFill>
          <a:ln w="7620">
            <a:solidFill>
              <a:srgbClr val="222222"/>
            </a:solidFill>
            <a:prstDash val="solid"/>
          </a:ln>
        </p:spPr>
        <p:txBody>
          <a:bodyPr/>
          <a:lstStyle/>
          <a:p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294" name="ccp-J03">
            <a:extLst>
              <a:ext uri="{FF2B5EF4-FFF2-40B4-BE49-F238E27FC236}">
                <a16:creationId xmlns:a16="http://schemas.microsoft.com/office/drawing/2014/main" id="{A766FB27-6DEC-4BAB-A227-98EB41FB69A2}"/>
              </a:ext>
            </a:extLst>
          </p:cNvPr>
          <p:cNvSpPr>
            <a:spLocks noGrp="1"/>
          </p:cNvSpPr>
          <p:nvPr/>
        </p:nvSpPr>
        <p:spPr>
          <a:xfrm>
            <a:off x="4077713" y="3904048"/>
            <a:ext cx="152400" cy="152400"/>
          </a:xfrm>
          <a:prstGeom prst="ellipse">
            <a:avLst/>
          </a:prstGeom>
          <a:solidFill>
            <a:srgbClr val="E69F00"/>
          </a:solidFill>
          <a:ln w="7620">
            <a:solidFill>
              <a:srgbClr val="222222"/>
            </a:solidFill>
            <a:prstDash val="solid"/>
          </a:ln>
        </p:spPr>
        <p:txBody>
          <a:bodyPr/>
          <a:lstStyle/>
          <a:p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295" name="ccp-J04">
            <a:extLst>
              <a:ext uri="{FF2B5EF4-FFF2-40B4-BE49-F238E27FC236}">
                <a16:creationId xmlns:a16="http://schemas.microsoft.com/office/drawing/2014/main" id="{A7C4711D-BB26-4978-954D-85534BB92C72}"/>
              </a:ext>
            </a:extLst>
          </p:cNvPr>
          <p:cNvSpPr>
            <a:spLocks noGrp="1"/>
          </p:cNvSpPr>
          <p:nvPr/>
        </p:nvSpPr>
        <p:spPr>
          <a:xfrm>
            <a:off x="4469088" y="3583942"/>
            <a:ext cx="152400" cy="152400"/>
          </a:xfrm>
          <a:prstGeom prst="ellipse">
            <a:avLst/>
          </a:prstGeom>
          <a:solidFill>
            <a:srgbClr val="E69F00"/>
          </a:solidFill>
          <a:ln w="7620">
            <a:solidFill>
              <a:srgbClr val="222222"/>
            </a:solidFill>
            <a:prstDash val="solid"/>
          </a:ln>
        </p:spPr>
        <p:txBody>
          <a:bodyPr/>
          <a:lstStyle/>
          <a:p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296" name="ccp-J05">
            <a:extLst>
              <a:ext uri="{FF2B5EF4-FFF2-40B4-BE49-F238E27FC236}">
                <a16:creationId xmlns:a16="http://schemas.microsoft.com/office/drawing/2014/main" id="{F4FA12D9-BA6A-4C95-B81E-627B609D34E5}"/>
              </a:ext>
            </a:extLst>
          </p:cNvPr>
          <p:cNvSpPr>
            <a:spLocks noGrp="1"/>
          </p:cNvSpPr>
          <p:nvPr/>
        </p:nvSpPr>
        <p:spPr>
          <a:xfrm>
            <a:off x="3613861" y="3766946"/>
            <a:ext cx="152400" cy="152400"/>
          </a:xfrm>
          <a:prstGeom prst="ellipse">
            <a:avLst/>
          </a:prstGeom>
          <a:solidFill>
            <a:srgbClr val="E69F00"/>
          </a:solidFill>
          <a:ln w="7620">
            <a:solidFill>
              <a:srgbClr val="222222"/>
            </a:solidFill>
            <a:prstDash val="solid"/>
          </a:ln>
        </p:spPr>
        <p:txBody>
          <a:bodyPr/>
          <a:lstStyle/>
          <a:p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297" name="ccp-J06">
            <a:extLst>
              <a:ext uri="{FF2B5EF4-FFF2-40B4-BE49-F238E27FC236}">
                <a16:creationId xmlns:a16="http://schemas.microsoft.com/office/drawing/2014/main" id="{27EC5515-93E4-4CFE-BA66-42DA75D438CE}"/>
              </a:ext>
            </a:extLst>
          </p:cNvPr>
          <p:cNvSpPr>
            <a:spLocks noGrp="1"/>
          </p:cNvSpPr>
          <p:nvPr/>
        </p:nvSpPr>
        <p:spPr>
          <a:xfrm>
            <a:off x="4287896" y="3531396"/>
            <a:ext cx="152400" cy="152400"/>
          </a:xfrm>
          <a:prstGeom prst="ellipse">
            <a:avLst/>
          </a:prstGeom>
          <a:solidFill>
            <a:srgbClr val="E69F00"/>
          </a:solidFill>
          <a:ln w="7620">
            <a:solidFill>
              <a:srgbClr val="222222"/>
            </a:solidFill>
            <a:prstDash val="solid"/>
          </a:ln>
        </p:spPr>
        <p:txBody>
          <a:bodyPr/>
          <a:lstStyle/>
          <a:p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298" name="ccp-J07">
            <a:extLst>
              <a:ext uri="{FF2B5EF4-FFF2-40B4-BE49-F238E27FC236}">
                <a16:creationId xmlns:a16="http://schemas.microsoft.com/office/drawing/2014/main" id="{D2C05029-3F6A-4CAB-AD19-324946281FD5}"/>
              </a:ext>
            </a:extLst>
          </p:cNvPr>
          <p:cNvSpPr>
            <a:spLocks noGrp="1"/>
          </p:cNvSpPr>
          <p:nvPr/>
        </p:nvSpPr>
        <p:spPr>
          <a:xfrm>
            <a:off x="3650100" y="3907974"/>
            <a:ext cx="152400" cy="152400"/>
          </a:xfrm>
          <a:prstGeom prst="ellipse">
            <a:avLst/>
          </a:prstGeom>
          <a:solidFill>
            <a:srgbClr val="E69F00"/>
          </a:solidFill>
          <a:ln w="7620">
            <a:solidFill>
              <a:srgbClr val="222222"/>
            </a:solidFill>
            <a:prstDash val="solid"/>
          </a:ln>
        </p:spPr>
        <p:txBody>
          <a:bodyPr/>
          <a:lstStyle/>
          <a:p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299" name="ccp-J08">
            <a:extLst>
              <a:ext uri="{FF2B5EF4-FFF2-40B4-BE49-F238E27FC236}">
                <a16:creationId xmlns:a16="http://schemas.microsoft.com/office/drawing/2014/main" id="{CC868108-78E6-48A3-B1AF-38013ABBA8B6}"/>
              </a:ext>
            </a:extLst>
          </p:cNvPr>
          <p:cNvSpPr>
            <a:spLocks noGrp="1"/>
          </p:cNvSpPr>
          <p:nvPr/>
        </p:nvSpPr>
        <p:spPr>
          <a:xfrm>
            <a:off x="3867832" y="2998993"/>
            <a:ext cx="152400" cy="152400"/>
          </a:xfrm>
          <a:prstGeom prst="ellipse">
            <a:avLst/>
          </a:prstGeom>
          <a:solidFill>
            <a:srgbClr val="E69F00"/>
          </a:solidFill>
          <a:ln w="7620">
            <a:solidFill>
              <a:srgbClr val="222222"/>
            </a:solidFill>
            <a:prstDash val="solid"/>
          </a:ln>
        </p:spPr>
        <p:txBody>
          <a:bodyPr/>
          <a:lstStyle/>
          <a:p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300" name="ccp-J09">
            <a:extLst>
              <a:ext uri="{FF2B5EF4-FFF2-40B4-BE49-F238E27FC236}">
                <a16:creationId xmlns:a16="http://schemas.microsoft.com/office/drawing/2014/main" id="{C46E5686-0E4A-4AA1-BD20-5955274CAB68}"/>
              </a:ext>
            </a:extLst>
          </p:cNvPr>
          <p:cNvSpPr>
            <a:spLocks noGrp="1"/>
          </p:cNvSpPr>
          <p:nvPr/>
        </p:nvSpPr>
        <p:spPr>
          <a:xfrm>
            <a:off x="4557268" y="3000805"/>
            <a:ext cx="152400" cy="152400"/>
          </a:xfrm>
          <a:prstGeom prst="ellipse">
            <a:avLst/>
          </a:prstGeom>
          <a:solidFill>
            <a:srgbClr val="E69F00"/>
          </a:solidFill>
          <a:ln w="7620">
            <a:solidFill>
              <a:srgbClr val="222222"/>
            </a:solidFill>
            <a:prstDash val="solid"/>
          </a:ln>
        </p:spPr>
        <p:txBody>
          <a:bodyPr/>
          <a:lstStyle/>
          <a:p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301" name="ccp-J10">
            <a:extLst>
              <a:ext uri="{FF2B5EF4-FFF2-40B4-BE49-F238E27FC236}">
                <a16:creationId xmlns:a16="http://schemas.microsoft.com/office/drawing/2014/main" id="{A991CE4D-2AA2-4127-87BD-E14578F54F1F}"/>
              </a:ext>
            </a:extLst>
          </p:cNvPr>
          <p:cNvSpPr>
            <a:spLocks noGrp="1"/>
          </p:cNvSpPr>
          <p:nvPr/>
        </p:nvSpPr>
        <p:spPr>
          <a:xfrm>
            <a:off x="5105677" y="3345976"/>
            <a:ext cx="152400" cy="152400"/>
          </a:xfrm>
          <a:prstGeom prst="ellipse">
            <a:avLst/>
          </a:prstGeom>
          <a:solidFill>
            <a:srgbClr val="E69F00"/>
          </a:solidFill>
          <a:ln w="7620">
            <a:solidFill>
              <a:srgbClr val="222222"/>
            </a:solidFill>
            <a:prstDash val="solid"/>
          </a:ln>
        </p:spPr>
        <p:txBody>
          <a:bodyPr/>
          <a:lstStyle/>
          <a:p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302" name="hospital-H01">
            <a:extLst>
              <a:ext uri="{FF2B5EF4-FFF2-40B4-BE49-F238E27FC236}">
                <a16:creationId xmlns:a16="http://schemas.microsoft.com/office/drawing/2014/main" id="{9607A6F4-EA31-46DE-8EDA-A8B519EA4E5F}"/>
              </a:ext>
            </a:extLst>
          </p:cNvPr>
          <p:cNvSpPr>
            <a:spLocks noGrp="1"/>
          </p:cNvSpPr>
          <p:nvPr/>
        </p:nvSpPr>
        <p:spPr>
          <a:xfrm>
            <a:off x="4221761" y="3573373"/>
            <a:ext cx="152400" cy="152400"/>
          </a:xfrm>
          <a:prstGeom prst="rect">
            <a:avLst/>
          </a:prstGeom>
          <a:solidFill>
            <a:srgbClr val="8B1A1A"/>
          </a:solidFill>
          <a:ln w="7620">
            <a:solidFill>
              <a:srgbClr val="222222"/>
            </a:solidFill>
            <a:prstDash val="solid"/>
          </a:ln>
        </p:spPr>
        <p:txBody>
          <a:bodyPr/>
          <a:lstStyle/>
          <a:p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H</a:t>
            </a:r>
          </a:p>
        </p:txBody>
      </p:sp>
      <p:sp>
        <p:nvSpPr>
          <p:cNvPr id="303" name="hospital-H02">
            <a:extLst>
              <a:ext uri="{FF2B5EF4-FFF2-40B4-BE49-F238E27FC236}">
                <a16:creationId xmlns:a16="http://schemas.microsoft.com/office/drawing/2014/main" id="{E1314755-181D-43F0-90DF-513515222F8F}"/>
              </a:ext>
            </a:extLst>
          </p:cNvPr>
          <p:cNvSpPr>
            <a:spLocks noGrp="1"/>
          </p:cNvSpPr>
          <p:nvPr/>
        </p:nvSpPr>
        <p:spPr>
          <a:xfrm>
            <a:off x="4107006" y="3515391"/>
            <a:ext cx="152400" cy="152400"/>
          </a:xfrm>
          <a:prstGeom prst="rect">
            <a:avLst/>
          </a:prstGeom>
          <a:solidFill>
            <a:srgbClr val="8B1A1A"/>
          </a:solidFill>
          <a:ln w="7620">
            <a:solidFill>
              <a:srgbClr val="222222"/>
            </a:solidFill>
            <a:prstDash val="solid"/>
          </a:ln>
        </p:spPr>
        <p:txBody>
          <a:bodyPr/>
          <a:lstStyle/>
          <a:p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H</a:t>
            </a:r>
          </a:p>
        </p:txBody>
      </p:sp>
      <p:sp>
        <p:nvSpPr>
          <p:cNvPr id="304" name="hospital-H03">
            <a:extLst>
              <a:ext uri="{FF2B5EF4-FFF2-40B4-BE49-F238E27FC236}">
                <a16:creationId xmlns:a16="http://schemas.microsoft.com/office/drawing/2014/main" id="{FF221B4C-4F68-45BE-8404-6C4D6E0778FE}"/>
              </a:ext>
            </a:extLst>
          </p:cNvPr>
          <p:cNvSpPr>
            <a:spLocks noGrp="1"/>
          </p:cNvSpPr>
          <p:nvPr/>
        </p:nvSpPr>
        <p:spPr>
          <a:xfrm>
            <a:off x="4421072" y="3346580"/>
            <a:ext cx="152400" cy="152400"/>
          </a:xfrm>
          <a:prstGeom prst="rect">
            <a:avLst/>
          </a:prstGeom>
          <a:solidFill>
            <a:srgbClr val="8B1A1A"/>
          </a:solidFill>
          <a:ln w="7620">
            <a:solidFill>
              <a:srgbClr val="222222"/>
            </a:solidFill>
            <a:prstDash val="solid"/>
          </a:ln>
        </p:spPr>
        <p:txBody>
          <a:bodyPr/>
          <a:lstStyle/>
          <a:p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H</a:t>
            </a:r>
          </a:p>
        </p:txBody>
      </p:sp>
      <p:sp>
        <p:nvSpPr>
          <p:cNvPr id="305" name="hospital-H04">
            <a:extLst>
              <a:ext uri="{FF2B5EF4-FFF2-40B4-BE49-F238E27FC236}">
                <a16:creationId xmlns:a16="http://schemas.microsoft.com/office/drawing/2014/main" id="{B4E58889-322D-418D-B85E-407153465C3E}"/>
              </a:ext>
            </a:extLst>
          </p:cNvPr>
          <p:cNvSpPr>
            <a:spLocks noGrp="1"/>
          </p:cNvSpPr>
          <p:nvPr/>
        </p:nvSpPr>
        <p:spPr>
          <a:xfrm>
            <a:off x="3818910" y="3942401"/>
            <a:ext cx="152400" cy="152400"/>
          </a:xfrm>
          <a:prstGeom prst="rect">
            <a:avLst/>
          </a:prstGeom>
          <a:solidFill>
            <a:srgbClr val="8B1A1A"/>
          </a:solidFill>
          <a:ln w="7620">
            <a:solidFill>
              <a:srgbClr val="222222"/>
            </a:solidFill>
            <a:prstDash val="solid"/>
          </a:ln>
        </p:spPr>
        <p:txBody>
          <a:bodyPr/>
          <a:lstStyle/>
          <a:p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H</a:t>
            </a:r>
          </a:p>
        </p:txBody>
      </p:sp>
      <p:sp>
        <p:nvSpPr>
          <p:cNvPr id="306" name="hospital-H05">
            <a:extLst>
              <a:ext uri="{FF2B5EF4-FFF2-40B4-BE49-F238E27FC236}">
                <a16:creationId xmlns:a16="http://schemas.microsoft.com/office/drawing/2014/main" id="{13E08424-551A-4CBE-BACD-97B9A3EED096}"/>
              </a:ext>
            </a:extLst>
          </p:cNvPr>
          <p:cNvSpPr>
            <a:spLocks noGrp="1"/>
          </p:cNvSpPr>
          <p:nvPr/>
        </p:nvSpPr>
        <p:spPr>
          <a:xfrm>
            <a:off x="4112291" y="3513505"/>
            <a:ext cx="152400" cy="152400"/>
          </a:xfrm>
          <a:prstGeom prst="rect">
            <a:avLst/>
          </a:prstGeom>
          <a:solidFill>
            <a:srgbClr val="8B1A1A"/>
          </a:solidFill>
          <a:ln w="7620">
            <a:solidFill>
              <a:srgbClr val="222222"/>
            </a:solidFill>
            <a:prstDash val="solid"/>
          </a:ln>
        </p:spPr>
        <p:txBody>
          <a:bodyPr/>
          <a:lstStyle/>
          <a:p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H</a:t>
            </a:r>
          </a:p>
        </p:txBody>
      </p:sp>
      <p:sp>
        <p:nvSpPr>
          <p:cNvPr id="307" name="hospital-H06">
            <a:extLst>
              <a:ext uri="{FF2B5EF4-FFF2-40B4-BE49-F238E27FC236}">
                <a16:creationId xmlns:a16="http://schemas.microsoft.com/office/drawing/2014/main" id="{DC3C573F-0659-40FF-8D68-85EFF087AD29}"/>
              </a:ext>
            </a:extLst>
          </p:cNvPr>
          <p:cNvSpPr>
            <a:spLocks noGrp="1"/>
          </p:cNvSpPr>
          <p:nvPr/>
        </p:nvSpPr>
        <p:spPr>
          <a:xfrm>
            <a:off x="4440423" y="3118467"/>
            <a:ext cx="152400" cy="152400"/>
          </a:xfrm>
          <a:prstGeom prst="rect">
            <a:avLst/>
          </a:prstGeom>
          <a:solidFill>
            <a:srgbClr val="8B1A1A"/>
          </a:solidFill>
          <a:ln w="7620">
            <a:solidFill>
              <a:srgbClr val="222222"/>
            </a:solidFill>
            <a:prstDash val="solid"/>
          </a:ln>
        </p:spPr>
        <p:txBody>
          <a:bodyPr/>
          <a:lstStyle/>
          <a:p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H</a:t>
            </a:r>
          </a:p>
        </p:txBody>
      </p:sp>
      <p:sp>
        <p:nvSpPr>
          <p:cNvPr id="308" name="hospital-H07">
            <a:extLst>
              <a:ext uri="{FF2B5EF4-FFF2-40B4-BE49-F238E27FC236}">
                <a16:creationId xmlns:a16="http://schemas.microsoft.com/office/drawing/2014/main" id="{8DDBC317-9850-4304-832C-8B6726D44035}"/>
              </a:ext>
            </a:extLst>
          </p:cNvPr>
          <p:cNvSpPr>
            <a:spLocks noGrp="1"/>
          </p:cNvSpPr>
          <p:nvPr/>
        </p:nvSpPr>
        <p:spPr>
          <a:xfrm>
            <a:off x="4210796" y="3569561"/>
            <a:ext cx="152400" cy="152400"/>
          </a:xfrm>
          <a:prstGeom prst="rect">
            <a:avLst/>
          </a:prstGeom>
          <a:solidFill>
            <a:srgbClr val="8B1A1A"/>
          </a:solidFill>
          <a:ln w="7620">
            <a:solidFill>
              <a:srgbClr val="222222"/>
            </a:solidFill>
            <a:prstDash val="solid"/>
          </a:ln>
        </p:spPr>
        <p:txBody>
          <a:bodyPr/>
          <a:lstStyle/>
          <a:p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H</a:t>
            </a:r>
          </a:p>
        </p:txBody>
      </p:sp>
      <p:sp>
        <p:nvSpPr>
          <p:cNvPr id="309" name="hospital-H08">
            <a:extLst>
              <a:ext uri="{FF2B5EF4-FFF2-40B4-BE49-F238E27FC236}">
                <a16:creationId xmlns:a16="http://schemas.microsoft.com/office/drawing/2014/main" id="{DB5C7628-04CE-47E5-A08B-71DFD3CAD86F}"/>
              </a:ext>
            </a:extLst>
          </p:cNvPr>
          <p:cNvSpPr>
            <a:spLocks noGrp="1"/>
          </p:cNvSpPr>
          <p:nvPr/>
        </p:nvSpPr>
        <p:spPr>
          <a:xfrm>
            <a:off x="2970392" y="3090812"/>
            <a:ext cx="152400" cy="152400"/>
          </a:xfrm>
          <a:prstGeom prst="rect">
            <a:avLst/>
          </a:prstGeom>
          <a:solidFill>
            <a:srgbClr val="8B1A1A"/>
          </a:solidFill>
          <a:ln w="7620">
            <a:solidFill>
              <a:srgbClr val="222222"/>
            </a:solidFill>
            <a:prstDash val="solid"/>
          </a:ln>
        </p:spPr>
        <p:txBody>
          <a:bodyPr/>
          <a:lstStyle/>
          <a:p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H</a:t>
            </a:r>
          </a:p>
        </p:txBody>
      </p:sp>
      <p:sp>
        <p:nvSpPr>
          <p:cNvPr id="310" name="hospital-H09">
            <a:extLst>
              <a:ext uri="{FF2B5EF4-FFF2-40B4-BE49-F238E27FC236}">
                <a16:creationId xmlns:a16="http://schemas.microsoft.com/office/drawing/2014/main" id="{A0BAED18-D7A0-4E6C-A879-A86ACFEE494A}"/>
              </a:ext>
            </a:extLst>
          </p:cNvPr>
          <p:cNvSpPr>
            <a:spLocks noGrp="1"/>
          </p:cNvSpPr>
          <p:nvPr/>
        </p:nvSpPr>
        <p:spPr>
          <a:xfrm>
            <a:off x="3823327" y="3948011"/>
            <a:ext cx="152400" cy="152400"/>
          </a:xfrm>
          <a:prstGeom prst="rect">
            <a:avLst/>
          </a:prstGeom>
          <a:solidFill>
            <a:srgbClr val="8B1A1A"/>
          </a:solidFill>
          <a:ln w="7620">
            <a:solidFill>
              <a:srgbClr val="222222"/>
            </a:solidFill>
            <a:prstDash val="solid"/>
          </a:ln>
        </p:spPr>
        <p:txBody>
          <a:bodyPr/>
          <a:lstStyle/>
          <a:p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H</a:t>
            </a:r>
          </a:p>
        </p:txBody>
      </p:sp>
      <p:sp>
        <p:nvSpPr>
          <p:cNvPr id="311" name="hospital-H10">
            <a:extLst>
              <a:ext uri="{FF2B5EF4-FFF2-40B4-BE49-F238E27FC236}">
                <a16:creationId xmlns:a16="http://schemas.microsoft.com/office/drawing/2014/main" id="{563B85C3-7744-40CC-A33B-BFD1981B4182}"/>
              </a:ext>
            </a:extLst>
          </p:cNvPr>
          <p:cNvSpPr>
            <a:spLocks noGrp="1"/>
          </p:cNvSpPr>
          <p:nvPr/>
        </p:nvSpPr>
        <p:spPr>
          <a:xfrm>
            <a:off x="3615105" y="2709042"/>
            <a:ext cx="152400" cy="152400"/>
          </a:xfrm>
          <a:prstGeom prst="rect">
            <a:avLst/>
          </a:prstGeom>
          <a:solidFill>
            <a:srgbClr val="8B1A1A"/>
          </a:solidFill>
          <a:ln w="7620">
            <a:solidFill>
              <a:srgbClr val="222222"/>
            </a:solidFill>
            <a:prstDash val="solid"/>
          </a:ln>
        </p:spPr>
        <p:txBody>
          <a:bodyPr/>
          <a:lstStyle/>
          <a:p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H</a:t>
            </a:r>
          </a:p>
        </p:txBody>
      </p:sp>
      <p:sp>
        <p:nvSpPr>
          <p:cNvPr id="312" name="hospital-H11">
            <a:extLst>
              <a:ext uri="{FF2B5EF4-FFF2-40B4-BE49-F238E27FC236}">
                <a16:creationId xmlns:a16="http://schemas.microsoft.com/office/drawing/2014/main" id="{5C17A668-3715-4BA0-B585-13CE3CA914E5}"/>
              </a:ext>
            </a:extLst>
          </p:cNvPr>
          <p:cNvSpPr>
            <a:spLocks noGrp="1"/>
          </p:cNvSpPr>
          <p:nvPr/>
        </p:nvSpPr>
        <p:spPr>
          <a:xfrm>
            <a:off x="2942628" y="3117201"/>
            <a:ext cx="152400" cy="152400"/>
          </a:xfrm>
          <a:prstGeom prst="rect">
            <a:avLst/>
          </a:prstGeom>
          <a:solidFill>
            <a:srgbClr val="8B1A1A"/>
          </a:solidFill>
          <a:ln w="7620">
            <a:solidFill>
              <a:srgbClr val="222222"/>
            </a:solidFill>
            <a:prstDash val="solid"/>
          </a:ln>
        </p:spPr>
        <p:txBody>
          <a:bodyPr/>
          <a:lstStyle/>
          <a:p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H</a:t>
            </a:r>
          </a:p>
        </p:txBody>
      </p:sp>
      <p:sp>
        <p:nvSpPr>
          <p:cNvPr id="313" name="hospital-H12">
            <a:extLst>
              <a:ext uri="{FF2B5EF4-FFF2-40B4-BE49-F238E27FC236}">
                <a16:creationId xmlns:a16="http://schemas.microsoft.com/office/drawing/2014/main" id="{E0EFA66C-6B19-4A32-945F-27DB9DF659F4}"/>
              </a:ext>
            </a:extLst>
          </p:cNvPr>
          <p:cNvSpPr>
            <a:spLocks noGrp="1"/>
          </p:cNvSpPr>
          <p:nvPr/>
        </p:nvSpPr>
        <p:spPr>
          <a:xfrm>
            <a:off x="3719494" y="3109488"/>
            <a:ext cx="152400" cy="152400"/>
          </a:xfrm>
          <a:prstGeom prst="rect">
            <a:avLst/>
          </a:prstGeom>
          <a:solidFill>
            <a:srgbClr val="8B1A1A"/>
          </a:solidFill>
          <a:ln w="7620">
            <a:solidFill>
              <a:srgbClr val="222222"/>
            </a:solidFill>
            <a:prstDash val="solid"/>
          </a:ln>
        </p:spPr>
        <p:txBody>
          <a:bodyPr/>
          <a:lstStyle/>
          <a:p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H</a:t>
            </a:r>
          </a:p>
        </p:txBody>
      </p:sp>
      <p:sp>
        <p:nvSpPr>
          <p:cNvPr id="314" name="hospital-H13">
            <a:extLst>
              <a:ext uri="{FF2B5EF4-FFF2-40B4-BE49-F238E27FC236}">
                <a16:creationId xmlns:a16="http://schemas.microsoft.com/office/drawing/2014/main" id="{82D437E5-6587-4998-AEE4-8F82A102477B}"/>
              </a:ext>
            </a:extLst>
          </p:cNvPr>
          <p:cNvSpPr>
            <a:spLocks noGrp="1"/>
          </p:cNvSpPr>
          <p:nvPr/>
        </p:nvSpPr>
        <p:spPr>
          <a:xfrm>
            <a:off x="4402825" y="3874352"/>
            <a:ext cx="152400" cy="152400"/>
          </a:xfrm>
          <a:prstGeom prst="rect">
            <a:avLst/>
          </a:prstGeom>
          <a:solidFill>
            <a:srgbClr val="8B1A1A"/>
          </a:solidFill>
          <a:ln w="7620">
            <a:solidFill>
              <a:srgbClr val="222222"/>
            </a:solidFill>
            <a:prstDash val="solid"/>
          </a:ln>
        </p:spPr>
        <p:txBody>
          <a:bodyPr/>
          <a:lstStyle/>
          <a:p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H</a:t>
            </a:r>
          </a:p>
        </p:txBody>
      </p:sp>
      <p:sp>
        <p:nvSpPr>
          <p:cNvPr id="315" name="hospital-H14">
            <a:extLst>
              <a:ext uri="{FF2B5EF4-FFF2-40B4-BE49-F238E27FC236}">
                <a16:creationId xmlns:a16="http://schemas.microsoft.com/office/drawing/2014/main" id="{5A5678EF-283A-48D1-98FD-2F44781289A9}"/>
              </a:ext>
            </a:extLst>
          </p:cNvPr>
          <p:cNvSpPr>
            <a:spLocks noGrp="1"/>
          </p:cNvSpPr>
          <p:nvPr/>
        </p:nvSpPr>
        <p:spPr>
          <a:xfrm>
            <a:off x="4418435" y="3348228"/>
            <a:ext cx="152400" cy="152400"/>
          </a:xfrm>
          <a:prstGeom prst="rect">
            <a:avLst/>
          </a:prstGeom>
          <a:solidFill>
            <a:srgbClr val="8B1A1A"/>
          </a:solidFill>
          <a:ln w="7620">
            <a:solidFill>
              <a:srgbClr val="222222"/>
            </a:solidFill>
            <a:prstDash val="solid"/>
          </a:ln>
        </p:spPr>
        <p:txBody>
          <a:bodyPr/>
          <a:lstStyle/>
          <a:p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H</a:t>
            </a:r>
          </a:p>
        </p:txBody>
      </p:sp>
      <p:sp>
        <p:nvSpPr>
          <p:cNvPr id="316" name="hospital-H15">
            <a:extLst>
              <a:ext uri="{FF2B5EF4-FFF2-40B4-BE49-F238E27FC236}">
                <a16:creationId xmlns:a16="http://schemas.microsoft.com/office/drawing/2014/main" id="{0B50E005-B6E2-4EC6-BE27-4DAA19941A02}"/>
              </a:ext>
            </a:extLst>
          </p:cNvPr>
          <p:cNvSpPr>
            <a:spLocks noGrp="1"/>
          </p:cNvSpPr>
          <p:nvPr/>
        </p:nvSpPr>
        <p:spPr>
          <a:xfrm>
            <a:off x="3646511" y="2737038"/>
            <a:ext cx="152400" cy="152400"/>
          </a:xfrm>
          <a:prstGeom prst="rect">
            <a:avLst/>
          </a:prstGeom>
          <a:solidFill>
            <a:srgbClr val="8B1A1A"/>
          </a:solidFill>
          <a:ln w="7620">
            <a:solidFill>
              <a:srgbClr val="222222"/>
            </a:solidFill>
            <a:prstDash val="solid"/>
          </a:ln>
        </p:spPr>
        <p:txBody>
          <a:bodyPr/>
          <a:lstStyle/>
          <a:p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H</a:t>
            </a:r>
          </a:p>
        </p:txBody>
      </p:sp>
      <p:sp>
        <p:nvSpPr>
          <p:cNvPr id="317" name="hospital-H16">
            <a:extLst>
              <a:ext uri="{FF2B5EF4-FFF2-40B4-BE49-F238E27FC236}">
                <a16:creationId xmlns:a16="http://schemas.microsoft.com/office/drawing/2014/main" id="{85DAD2A2-5250-43B3-B6DC-5C1FBE4E2AD3}"/>
              </a:ext>
            </a:extLst>
          </p:cNvPr>
          <p:cNvSpPr>
            <a:spLocks noGrp="1"/>
          </p:cNvSpPr>
          <p:nvPr/>
        </p:nvSpPr>
        <p:spPr>
          <a:xfrm>
            <a:off x="2986694" y="3992776"/>
            <a:ext cx="152400" cy="152400"/>
          </a:xfrm>
          <a:prstGeom prst="rect">
            <a:avLst/>
          </a:prstGeom>
          <a:solidFill>
            <a:srgbClr val="8B1A1A"/>
          </a:solidFill>
          <a:ln w="7620">
            <a:solidFill>
              <a:srgbClr val="222222"/>
            </a:solidFill>
            <a:prstDash val="solid"/>
          </a:ln>
        </p:spPr>
        <p:txBody>
          <a:bodyPr/>
          <a:lstStyle/>
          <a:p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H</a:t>
            </a:r>
          </a:p>
        </p:txBody>
      </p:sp>
      <p:sp>
        <p:nvSpPr>
          <p:cNvPr id="318" name="legend-background">
            <a:extLst>
              <a:ext uri="{FF2B5EF4-FFF2-40B4-BE49-F238E27FC236}">
                <a16:creationId xmlns:a16="http://schemas.microsoft.com/office/drawing/2014/main" id="{1ECC8B33-40C7-4DA8-BB50-82652B4567D8}"/>
              </a:ext>
            </a:extLst>
          </p:cNvPr>
          <p:cNvSpPr>
            <a:spLocks noGrp="1"/>
          </p:cNvSpPr>
          <p:nvPr/>
        </p:nvSpPr>
        <p:spPr>
          <a:xfrm>
            <a:off x="10020300" y="1219200"/>
            <a:ext cx="1809750" cy="2266950"/>
          </a:xfrm>
          <a:prstGeom prst="roundRect">
            <a:avLst>
              <a:gd name="adj" fmla="val 4211"/>
            </a:avLst>
          </a:prstGeom>
          <a:solidFill>
            <a:srgbClr val="FFFFFF">
              <a:alpha val="92000"/>
            </a:srgbClr>
          </a:solidFill>
          <a:ln w="7620">
            <a:solidFill>
              <a:srgbClr val="D7D7D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9" name="legend-title">
            <a:extLst>
              <a:ext uri="{FF2B5EF4-FFF2-40B4-BE49-F238E27FC236}">
                <a16:creationId xmlns:a16="http://schemas.microsoft.com/office/drawing/2014/main" id="{01D7C4FE-885E-4E54-9F39-7EEB80326A26}"/>
              </a:ext>
            </a:extLst>
          </p:cNvPr>
          <p:cNvSpPr>
            <a:spLocks noGrp="1"/>
          </p:cNvSpPr>
          <p:nvPr/>
        </p:nvSpPr>
        <p:spPr>
          <a:xfrm>
            <a:off x="10172700" y="1333500"/>
            <a:ext cx="1428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111827"/>
                </a:solidFill>
              </a:defRPr>
            </a:pPr>
            <a:r>
              <a:rPr sz="900" b="1">
                <a:solidFill>
                  <a:srgbClr val="111827"/>
                </a:solidFill>
              </a:rPr>
              <a:t>Legend</a:t>
            </a:r>
          </a:p>
        </p:txBody>
      </p:sp>
      <p:sp>
        <p:nvSpPr>
          <p:cNvPr id="320" name="legend-marker-disaster-site">
            <a:extLst>
              <a:ext uri="{FF2B5EF4-FFF2-40B4-BE49-F238E27FC236}">
                <a16:creationId xmlns:a16="http://schemas.microsoft.com/office/drawing/2014/main" id="{763D8F53-B9D0-4384-A06C-650F931BBE2A}"/>
              </a:ext>
            </a:extLst>
          </p:cNvPr>
          <p:cNvSpPr>
            <a:spLocks noGrp="1"/>
          </p:cNvSpPr>
          <p:nvPr/>
        </p:nvSpPr>
        <p:spPr>
          <a:xfrm>
            <a:off x="10163175" y="1619250"/>
            <a:ext cx="133350" cy="133350"/>
          </a:xfrm>
          <a:prstGeom prst="triangle">
            <a:avLst/>
          </a:prstGeom>
          <a:solidFill>
            <a:srgbClr val="2B6CB0"/>
          </a:solidFill>
          <a:ln w="6668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21" name="legend-text-disaster-site">
            <a:extLst>
              <a:ext uri="{FF2B5EF4-FFF2-40B4-BE49-F238E27FC236}">
                <a16:creationId xmlns:a16="http://schemas.microsoft.com/office/drawing/2014/main" id="{E84AD9E1-89EF-4DF8-91EB-13B638F90462}"/>
              </a:ext>
            </a:extLst>
          </p:cNvPr>
          <p:cNvSpPr>
            <a:spLocks noGrp="1"/>
          </p:cNvSpPr>
          <p:nvPr/>
        </p:nvSpPr>
        <p:spPr>
          <a:xfrm>
            <a:off x="10477500" y="1609725"/>
            <a:ext cx="114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13">
                <a:solidFill>
                  <a:srgbClr val="374151"/>
                </a:solidFill>
              </a:defRPr>
            </a:pPr>
            <a:r>
              <a:rPr sz="713">
                <a:solidFill>
                  <a:srgbClr val="374151"/>
                </a:solidFill>
              </a:rPr>
              <a:t>Disaster site</a:t>
            </a:r>
          </a:p>
        </p:txBody>
      </p:sp>
      <p:sp>
        <p:nvSpPr>
          <p:cNvPr id="322" name="legend-marker-ccp">
            <a:extLst>
              <a:ext uri="{FF2B5EF4-FFF2-40B4-BE49-F238E27FC236}">
                <a16:creationId xmlns:a16="http://schemas.microsoft.com/office/drawing/2014/main" id="{4CEEB117-B097-45BF-9F33-7DCD6F9F21D5}"/>
              </a:ext>
            </a:extLst>
          </p:cNvPr>
          <p:cNvSpPr>
            <a:spLocks noGrp="1"/>
          </p:cNvSpPr>
          <p:nvPr/>
        </p:nvSpPr>
        <p:spPr>
          <a:xfrm>
            <a:off x="10163175" y="1905000"/>
            <a:ext cx="133350" cy="133350"/>
          </a:xfrm>
          <a:prstGeom prst="ellipse">
            <a:avLst/>
          </a:prstGeom>
          <a:solidFill>
            <a:srgbClr val="E69F00"/>
          </a:solidFill>
          <a:ln w="6668">
            <a:solidFill>
              <a:srgbClr val="222222"/>
            </a:solidFill>
            <a:prstDash val="solid"/>
          </a:ln>
        </p:spPr>
        <p:txBody>
          <a:bodyPr/>
          <a:lstStyle/>
          <a:p>
            <a:pPr algn="ctr">
              <a:defRPr sz="600" b="1">
                <a:solidFill>
                  <a:srgbClr val="FFFFFF"/>
                </a:solidFill>
              </a:defRPr>
            </a:pPr>
            <a:r>
              <a:rPr sz="60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323" name="legend-text-ccp">
            <a:extLst>
              <a:ext uri="{FF2B5EF4-FFF2-40B4-BE49-F238E27FC236}">
                <a16:creationId xmlns:a16="http://schemas.microsoft.com/office/drawing/2014/main" id="{3FDF14A8-5350-42AD-BC8F-23FF22A36E27}"/>
              </a:ext>
            </a:extLst>
          </p:cNvPr>
          <p:cNvSpPr>
            <a:spLocks noGrp="1"/>
          </p:cNvSpPr>
          <p:nvPr/>
        </p:nvSpPr>
        <p:spPr>
          <a:xfrm>
            <a:off x="10477500" y="1895475"/>
            <a:ext cx="114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13">
                <a:solidFill>
                  <a:srgbClr val="374151"/>
                </a:solidFill>
              </a:defRPr>
            </a:pPr>
            <a:r>
              <a:rPr sz="713">
                <a:solidFill>
                  <a:srgbClr val="374151"/>
                </a:solidFill>
              </a:rPr>
              <a:t>CCP</a:t>
            </a:r>
          </a:p>
        </p:txBody>
      </p:sp>
      <p:sp>
        <p:nvSpPr>
          <p:cNvPr id="324" name="legend-marker-hospital">
            <a:extLst>
              <a:ext uri="{FF2B5EF4-FFF2-40B4-BE49-F238E27FC236}">
                <a16:creationId xmlns:a16="http://schemas.microsoft.com/office/drawing/2014/main" id="{8D022A74-B02E-4C0B-84CB-C56E29B9A116}"/>
              </a:ext>
            </a:extLst>
          </p:cNvPr>
          <p:cNvSpPr>
            <a:spLocks noGrp="1"/>
          </p:cNvSpPr>
          <p:nvPr/>
        </p:nvSpPr>
        <p:spPr>
          <a:xfrm>
            <a:off x="10163175" y="2190750"/>
            <a:ext cx="133350" cy="133350"/>
          </a:xfrm>
          <a:prstGeom prst="rect">
            <a:avLst/>
          </a:prstGeom>
          <a:solidFill>
            <a:srgbClr val="8B1A1A"/>
          </a:solidFill>
          <a:ln w="6668">
            <a:solidFill>
              <a:srgbClr val="222222"/>
            </a:solidFill>
            <a:prstDash val="solid"/>
          </a:ln>
        </p:spPr>
        <p:txBody>
          <a:bodyPr/>
          <a:lstStyle/>
          <a:p>
            <a:pPr algn="ctr">
              <a:defRPr sz="600" b="1">
                <a:solidFill>
                  <a:srgbClr val="FFFFFF"/>
                </a:solidFill>
              </a:defRPr>
            </a:pPr>
            <a:r>
              <a:rPr sz="600" b="1">
                <a:solidFill>
                  <a:srgbClr val="FFFFFF"/>
                </a:solidFill>
              </a:rPr>
              <a:t>H</a:t>
            </a:r>
          </a:p>
        </p:txBody>
      </p:sp>
      <p:sp>
        <p:nvSpPr>
          <p:cNvPr id="325" name="legend-text-hospital">
            <a:extLst>
              <a:ext uri="{FF2B5EF4-FFF2-40B4-BE49-F238E27FC236}">
                <a16:creationId xmlns:a16="http://schemas.microsoft.com/office/drawing/2014/main" id="{B5402B54-7DBA-40FC-817E-76AB4F64E8F1}"/>
              </a:ext>
            </a:extLst>
          </p:cNvPr>
          <p:cNvSpPr>
            <a:spLocks noGrp="1"/>
          </p:cNvSpPr>
          <p:nvPr/>
        </p:nvSpPr>
        <p:spPr>
          <a:xfrm>
            <a:off x="10477500" y="2181225"/>
            <a:ext cx="114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13">
                <a:solidFill>
                  <a:srgbClr val="374151"/>
                </a:solidFill>
              </a:defRPr>
            </a:pPr>
            <a:r>
              <a:rPr sz="713">
                <a:solidFill>
                  <a:srgbClr val="374151"/>
                </a:solidFill>
              </a:rPr>
              <a:t>Hospital</a:t>
            </a:r>
          </a:p>
        </p:txBody>
      </p:sp>
      <p:sp>
        <p:nvSpPr>
          <p:cNvPr id="326" name="legend-assignment-line">
            <a:extLst>
              <a:ext uri="{FF2B5EF4-FFF2-40B4-BE49-F238E27FC236}">
                <a16:creationId xmlns:a16="http://schemas.microsoft.com/office/drawing/2014/main" id="{1CEEEB47-EA84-40EB-A010-E4291672DB85}"/>
              </a:ext>
            </a:extLst>
          </p:cNvPr>
          <p:cNvSpPr>
            <a:spLocks noGrp="1"/>
          </p:cNvSpPr>
          <p:nvPr/>
        </p:nvSpPr>
        <p:spPr>
          <a:xfrm>
            <a:off x="10172700" y="2619375"/>
            <a:ext cx="304800" cy="95"/>
          </a:xfrm>
          <a:custGeom>
            <a:avLst/>
            <a:gdLst/>
            <a:ahLst/>
            <a:cxnLst/>
            <a:rect l="0" t="0" r="0" b="0"/>
            <a:pathLst>
              <a:path w="304800" h="95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9525">
            <a:solidFill>
              <a:srgbClr val="A7A7A7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27" name="legend-text-disaster-to-ccp-assignment">
            <a:extLst>
              <a:ext uri="{FF2B5EF4-FFF2-40B4-BE49-F238E27FC236}">
                <a16:creationId xmlns:a16="http://schemas.microsoft.com/office/drawing/2014/main" id="{66A90E13-DE6A-419F-9852-CF3F43F93F0E}"/>
              </a:ext>
            </a:extLst>
          </p:cNvPr>
          <p:cNvSpPr>
            <a:spLocks noGrp="1"/>
          </p:cNvSpPr>
          <p:nvPr/>
        </p:nvSpPr>
        <p:spPr>
          <a:xfrm>
            <a:off x="10572750" y="2533650"/>
            <a:ext cx="1104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13">
                <a:solidFill>
                  <a:srgbClr val="374151"/>
                </a:solidFill>
              </a:defRPr>
            </a:pPr>
            <a:r>
              <a:rPr sz="713">
                <a:solidFill>
                  <a:srgbClr val="374151"/>
                </a:solidFill>
              </a:rPr>
              <a:t>Disaster-to-CCP assignment</a:t>
            </a:r>
          </a:p>
        </p:txBody>
      </p:sp>
      <p:sp>
        <p:nvSpPr>
          <p:cNvPr id="328" name="legend-transfer-line">
            <a:extLst>
              <a:ext uri="{FF2B5EF4-FFF2-40B4-BE49-F238E27FC236}">
                <a16:creationId xmlns:a16="http://schemas.microsoft.com/office/drawing/2014/main" id="{A7459B79-A7B2-4B39-8CC2-F2E86AF13C85}"/>
              </a:ext>
            </a:extLst>
          </p:cNvPr>
          <p:cNvSpPr>
            <a:spLocks noGrp="1"/>
          </p:cNvSpPr>
          <p:nvPr/>
        </p:nvSpPr>
        <p:spPr>
          <a:xfrm>
            <a:off x="10172700" y="3019425"/>
            <a:ext cx="304800" cy="95"/>
          </a:xfrm>
          <a:custGeom>
            <a:avLst/>
            <a:gdLst/>
            <a:ahLst/>
            <a:cxnLst/>
            <a:rect l="0" t="0" r="0" b="0"/>
            <a:pathLst>
              <a:path w="304800" h="95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15240">
            <a:solidFill>
              <a:srgbClr val="4D4D4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29" name="legend-text-ccp-to-hospital-transfer">
            <a:extLst>
              <a:ext uri="{FF2B5EF4-FFF2-40B4-BE49-F238E27FC236}">
                <a16:creationId xmlns:a16="http://schemas.microsoft.com/office/drawing/2014/main" id="{EBCB0FC0-4DCB-403B-954B-87C8D9326A06}"/>
              </a:ext>
            </a:extLst>
          </p:cNvPr>
          <p:cNvSpPr>
            <a:spLocks noGrp="1"/>
          </p:cNvSpPr>
          <p:nvPr/>
        </p:nvSpPr>
        <p:spPr>
          <a:xfrm>
            <a:off x="10572750" y="2933700"/>
            <a:ext cx="1104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13">
                <a:solidFill>
                  <a:srgbClr val="374151"/>
                </a:solidFill>
              </a:defRPr>
            </a:pPr>
            <a:r>
              <a:rPr sz="713">
                <a:solidFill>
                  <a:srgbClr val="374151"/>
                </a:solidFill>
              </a:rPr>
              <a:t>CCP-to-hospital transfer</a:t>
            </a:r>
          </a:p>
        </p:txBody>
      </p:sp>
      <p:sp>
        <p:nvSpPr>
          <p:cNvPr id="330" name="method-note">
            <a:extLst>
              <a:ext uri="{FF2B5EF4-FFF2-40B4-BE49-F238E27FC236}">
                <a16:creationId xmlns:a16="http://schemas.microsoft.com/office/drawing/2014/main" id="{3869A1A7-B441-4D83-BB3B-65D652DE6748}"/>
              </a:ext>
            </a:extLst>
          </p:cNvPr>
          <p:cNvSpPr>
            <a:spLocks noGrp="1"/>
          </p:cNvSpPr>
          <p:nvPr/>
        </p:nvSpPr>
        <p:spPr>
          <a:xfrm>
            <a:off x="457200" y="6477000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>
                <a:solidFill>
                  <a:srgbClr val="6B7280"/>
                </a:solidFill>
              </a:defRPr>
            </a:pPr>
            <a:r>
              <a:rPr sz="675">
                <a:solidFill>
                  <a:srgbClr val="6B7280"/>
                </a:solidFill>
              </a:rPr>
              <a:t>Note: Straight lines show nearest-distance illustrative assignments, not road routes or optimization results.</a:t>
            </a:r>
          </a:p>
        </p:txBody>
      </p:sp>
      <p:sp>
        <p:nvSpPr>
          <p:cNvPr id="331" name="boundary-source-note">
            <a:extLst>
              <a:ext uri="{FF2B5EF4-FFF2-40B4-BE49-F238E27FC236}">
                <a16:creationId xmlns:a16="http://schemas.microsoft.com/office/drawing/2014/main" id="{5A5CAE9C-C64C-4641-8163-AEE3B2ADA12A}"/>
              </a:ext>
            </a:extLst>
          </p:cNvPr>
          <p:cNvSpPr>
            <a:spLocks noGrp="1"/>
          </p:cNvSpPr>
          <p:nvPr/>
        </p:nvSpPr>
        <p:spPr>
          <a:xfrm>
            <a:off x="8477250" y="6477000"/>
            <a:ext cx="3238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638">
                <a:solidFill>
                  <a:srgbClr val="6B7280"/>
                </a:solidFill>
              </a:defRPr>
            </a:pPr>
            <a:r>
              <a:rPr sz="638">
                <a:solidFill>
                  <a:srgbClr val="6B7280"/>
                </a:solidFill>
              </a:rPr>
              <a:t>Districts: Daan, Datong, Nangang, Neihu, Songshan, Wanhua, Wenshan, Xinyi, Zhongshan, Zhongzheng</a:t>
            </a:r>
          </a:p>
        </p:txBody>
      </p:sp>
    </p:spTree>
    <p:extLst>
      <p:ext uri="{BB962C8B-B14F-4D97-AF65-F5344CB8AC3E}">
        <p14:creationId xmlns:p14="http://schemas.microsoft.com/office/powerpoint/2010/main" val="209216155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105</Words>
  <Application>Microsoft Office PowerPoint</Application>
  <DocSecurity>0</DocSecurity>
  <PresentationFormat>寬螢幕</PresentationFormat>
  <Paragraphs>48</Paragraphs>
  <Slides>1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1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3" baseType="lpstr">
      <vt:lpstr>Calibri</vt:lpstr>
      <vt:lpstr>ChatGPT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禮英 蕭</cp:lastModifiedBy>
  <cp:revision>1</cp:revision>
  <dcterms:created xsi:type="dcterms:W3CDTF">2026-07-04T08:56:03Z</dcterms:created>
  <dcterms:modified xsi:type="dcterms:W3CDTF">2026-07-04T08:59:37Z</dcterms:modified>
</cp:coreProperties>
</file>